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81" r:id="rId1"/>
    <p:sldMasterId id="2147483682" r:id="rId2"/>
  </p:sldMasterIdLst>
  <p:notesMasterIdLst>
    <p:notesMasterId r:id="rId30"/>
  </p:notesMasterIdLst>
  <p:sldIdLst>
    <p:sldId id="256" r:id="rId3"/>
    <p:sldId id="258" r:id="rId4"/>
    <p:sldId id="260" r:id="rId5"/>
    <p:sldId id="262" r:id="rId6"/>
    <p:sldId id="305" r:id="rId7"/>
    <p:sldId id="306" r:id="rId8"/>
    <p:sldId id="307" r:id="rId9"/>
    <p:sldId id="308" r:id="rId10"/>
    <p:sldId id="309" r:id="rId11"/>
    <p:sldId id="310" r:id="rId12"/>
    <p:sldId id="311" r:id="rId13"/>
    <p:sldId id="312" r:id="rId14"/>
    <p:sldId id="313" r:id="rId15"/>
    <p:sldId id="314" r:id="rId16"/>
    <p:sldId id="315" r:id="rId17"/>
    <p:sldId id="326" r:id="rId18"/>
    <p:sldId id="327" r:id="rId19"/>
    <p:sldId id="328" r:id="rId20"/>
    <p:sldId id="318" r:id="rId21"/>
    <p:sldId id="319" r:id="rId22"/>
    <p:sldId id="320" r:id="rId23"/>
    <p:sldId id="321" r:id="rId24"/>
    <p:sldId id="322" r:id="rId25"/>
    <p:sldId id="323" r:id="rId26"/>
    <p:sldId id="324" r:id="rId27"/>
    <p:sldId id="325" r:id="rId28"/>
    <p:sldId id="317" r:id="rId29"/>
  </p:sldIdLst>
  <p:sldSz cx="9144000" cy="5143500" type="screen16x9"/>
  <p:notesSz cx="6858000" cy="9144000"/>
  <p:embeddedFontLst>
    <p:embeddedFont>
      <p:font typeface="Anton" pitchFamily="2" charset="0"/>
      <p:regular r:id="rId31"/>
    </p:embeddedFont>
    <p:embeddedFont>
      <p:font typeface="Lato" panose="020F0502020204030203" pitchFamily="34" charset="0"/>
      <p:regular r:id="rId32"/>
      <p:bold r:id="rId33"/>
      <p:italic r:id="rId34"/>
      <p:boldItalic r:id="rId35"/>
    </p:embeddedFont>
    <p:embeddedFont>
      <p:font typeface="Proxima Nova" panose="020B0604020202020204" charset="0"/>
      <p:regular r:id="rId36"/>
      <p:bold r:id="rId37"/>
      <p:italic r:id="rId38"/>
      <p:boldItalic r:id="rId39"/>
    </p:embeddedFont>
    <p:embeddedFont>
      <p:font typeface="Proxima Nova Semibold" panose="020B0604020202020204" charset="0"/>
      <p:regular r:id="rId40"/>
      <p:bold r:id="rId41"/>
      <p:boldItalic r:id="rId42"/>
    </p:embeddedFont>
    <p:embeddedFont>
      <p:font typeface="Roboto" panose="02000000000000000000" pitchFamily="2" charset="0"/>
      <p:regular r:id="rId43"/>
      <p:bold r:id="rId44"/>
      <p:italic r:id="rId45"/>
      <p:boldItalic r:id="rId46"/>
    </p:embeddedFont>
    <p:embeddedFont>
      <p:font typeface="Staatliches" pitchFamily="2" charset="0"/>
      <p:regular r:id="rId47"/>
    </p:embeddedFont>
    <p:embeddedFont>
      <p:font typeface="Work Sans" pitchFamily="2" charset="0"/>
      <p:regular r:id="rId48"/>
      <p:bold r:id="rId49"/>
      <p:italic r:id="rId50"/>
      <p:boldItalic r:id="rId51"/>
    </p:embeddedFont>
    <p:embeddedFont>
      <p:font typeface="Work Sans Light" pitchFamily="2" charset="0"/>
      <p:regular r:id="rId52"/>
      <p:italic r:id="rId53"/>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9AA0A6"/>
          </p15:clr>
        </p15:guide>
        <p15:guide id="2" pos="2880">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B7FC3332-6E55-419D-A0EF-0245E80A643D}">
  <a:tblStyle styleId="{B7FC3332-6E55-419D-A0EF-0245E80A643D}"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38" d="100"/>
          <a:sy n="138" d="100"/>
        </p:scale>
        <p:origin x="834" y="120"/>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font" Target="fonts/font9.fntdata"/><Relationship Id="rId21" Type="http://schemas.openxmlformats.org/officeDocument/2006/relationships/slide" Target="slides/slide19.xml"/><Relationship Id="rId34" Type="http://schemas.openxmlformats.org/officeDocument/2006/relationships/font" Target="fonts/font4.fntdata"/><Relationship Id="rId42" Type="http://schemas.openxmlformats.org/officeDocument/2006/relationships/font" Target="fonts/font12.fntdata"/><Relationship Id="rId47" Type="http://schemas.openxmlformats.org/officeDocument/2006/relationships/font" Target="fonts/font17.fntdata"/><Relationship Id="rId50" Type="http://schemas.openxmlformats.org/officeDocument/2006/relationships/font" Target="fonts/font20.fntdata"/><Relationship Id="rId55" Type="http://schemas.openxmlformats.org/officeDocument/2006/relationships/viewProps" Target="viewProp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font" Target="fonts/font2.fntdata"/><Relationship Id="rId37" Type="http://schemas.openxmlformats.org/officeDocument/2006/relationships/font" Target="fonts/font7.fntdata"/><Relationship Id="rId40" Type="http://schemas.openxmlformats.org/officeDocument/2006/relationships/font" Target="fonts/font10.fntdata"/><Relationship Id="rId45" Type="http://schemas.openxmlformats.org/officeDocument/2006/relationships/font" Target="fonts/font15.fntdata"/><Relationship Id="rId53" Type="http://schemas.openxmlformats.org/officeDocument/2006/relationships/font" Target="fonts/font23.fntdata"/><Relationship Id="rId5" Type="http://schemas.openxmlformats.org/officeDocument/2006/relationships/slide" Target="slides/slide3.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notesMaster" Target="notesMasters/notesMaster1.xml"/><Relationship Id="rId35" Type="http://schemas.openxmlformats.org/officeDocument/2006/relationships/font" Target="fonts/font5.fntdata"/><Relationship Id="rId43" Type="http://schemas.openxmlformats.org/officeDocument/2006/relationships/font" Target="fonts/font13.fntdata"/><Relationship Id="rId48" Type="http://schemas.openxmlformats.org/officeDocument/2006/relationships/font" Target="fonts/font18.fntdata"/><Relationship Id="rId56" Type="http://schemas.openxmlformats.org/officeDocument/2006/relationships/theme" Target="theme/theme1.xml"/><Relationship Id="rId8" Type="http://schemas.openxmlformats.org/officeDocument/2006/relationships/slide" Target="slides/slide6.xml"/><Relationship Id="rId51" Type="http://schemas.openxmlformats.org/officeDocument/2006/relationships/font" Target="fonts/font21.fntdata"/><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font" Target="fonts/font3.fntdata"/><Relationship Id="rId38" Type="http://schemas.openxmlformats.org/officeDocument/2006/relationships/font" Target="fonts/font8.fntdata"/><Relationship Id="rId46" Type="http://schemas.openxmlformats.org/officeDocument/2006/relationships/font" Target="fonts/font16.fntdata"/><Relationship Id="rId20" Type="http://schemas.openxmlformats.org/officeDocument/2006/relationships/slide" Target="slides/slide18.xml"/><Relationship Id="rId41" Type="http://schemas.openxmlformats.org/officeDocument/2006/relationships/font" Target="fonts/font11.fntdata"/><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font" Target="fonts/font6.fntdata"/><Relationship Id="rId49" Type="http://schemas.openxmlformats.org/officeDocument/2006/relationships/font" Target="fonts/font19.fntdata"/><Relationship Id="rId57" Type="http://schemas.openxmlformats.org/officeDocument/2006/relationships/tableStyles" Target="tableStyles.xml"/><Relationship Id="rId10" Type="http://schemas.openxmlformats.org/officeDocument/2006/relationships/slide" Target="slides/slide8.xml"/><Relationship Id="rId31" Type="http://schemas.openxmlformats.org/officeDocument/2006/relationships/font" Target="fonts/font1.fntdata"/><Relationship Id="rId44" Type="http://schemas.openxmlformats.org/officeDocument/2006/relationships/font" Target="fonts/font14.fntdata"/><Relationship Id="rId52" Type="http://schemas.openxmlformats.org/officeDocument/2006/relationships/font" Target="fonts/font22.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5"/>
        <p:cNvGrpSpPr/>
        <p:nvPr/>
      </p:nvGrpSpPr>
      <p:grpSpPr>
        <a:xfrm>
          <a:off x="0" y="0"/>
          <a:ext cx="0" cy="0"/>
          <a:chOff x="0" y="0"/>
          <a:chExt cx="0" cy="0"/>
        </a:xfrm>
      </p:grpSpPr>
      <p:sp>
        <p:nvSpPr>
          <p:cNvPr id="216" name="Google Shape;216;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7" name="Google Shape;217;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6"/>
        <p:cNvGrpSpPr/>
        <p:nvPr/>
      </p:nvGrpSpPr>
      <p:grpSpPr>
        <a:xfrm>
          <a:off x="0" y="0"/>
          <a:ext cx="0" cy="0"/>
          <a:chOff x="0" y="0"/>
          <a:chExt cx="0" cy="0"/>
        </a:xfrm>
      </p:grpSpPr>
      <p:sp>
        <p:nvSpPr>
          <p:cNvPr id="237" name="Google Shape;237;g8b385fd27f_2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8" name="Google Shape;238;g8b385fd27f_2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2"/>
        <p:cNvGrpSpPr/>
        <p:nvPr/>
      </p:nvGrpSpPr>
      <p:grpSpPr>
        <a:xfrm>
          <a:off x="0" y="0"/>
          <a:ext cx="0" cy="0"/>
          <a:chOff x="0" y="0"/>
          <a:chExt cx="0" cy="0"/>
        </a:xfrm>
      </p:grpSpPr>
      <p:sp>
        <p:nvSpPr>
          <p:cNvPr id="273" name="Google Shape;273;g8b385fd27f_2_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4" name="Google Shape;274;g8b385fd27f_2_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6"/>
        <p:cNvGrpSpPr/>
        <p:nvPr/>
      </p:nvGrpSpPr>
      <p:grpSpPr>
        <a:xfrm>
          <a:off x="0" y="0"/>
          <a:ext cx="0" cy="0"/>
          <a:chOff x="0" y="0"/>
          <a:chExt cx="0" cy="0"/>
        </a:xfrm>
      </p:grpSpPr>
      <p:sp>
        <p:nvSpPr>
          <p:cNvPr id="297" name="Google Shape;297;ga1242414e1_0_20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8" name="Google Shape;298;ga1242414e1_0_20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2"/>
        <p:cNvGrpSpPr/>
        <p:nvPr/>
      </p:nvGrpSpPr>
      <p:grpSpPr>
        <a:xfrm>
          <a:off x="0" y="0"/>
          <a:ext cx="0" cy="0"/>
          <a:chOff x="0" y="0"/>
          <a:chExt cx="0" cy="0"/>
        </a:xfrm>
      </p:grpSpPr>
      <p:sp>
        <p:nvSpPr>
          <p:cNvPr id="283" name="Google Shape;283;ga1242414e1_0_4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4" name="Google Shape;284;ga1242414e1_0_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1"/>
        <p:cNvGrpSpPr/>
        <p:nvPr/>
      </p:nvGrpSpPr>
      <p:grpSpPr>
        <a:xfrm>
          <a:off x="0" y="0"/>
          <a:ext cx="0" cy="0"/>
          <a:chOff x="0" y="0"/>
          <a:chExt cx="0" cy="0"/>
        </a:xfrm>
      </p:grpSpPr>
      <p:sp>
        <p:nvSpPr>
          <p:cNvPr id="392" name="Google Shape;392;ga1242414e1_0_2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3" name="Google Shape;393;ga1242414e1_0_2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ga1242414e1_0_9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8" name="Google Shape;418;ga1242414e1_0_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5"/>
        <p:cNvGrpSpPr/>
        <p:nvPr/>
      </p:nvGrpSpPr>
      <p:grpSpPr>
        <a:xfrm>
          <a:off x="0" y="0"/>
          <a:ext cx="0" cy="0"/>
          <a:chOff x="0" y="0"/>
          <a:chExt cx="0" cy="0"/>
        </a:xfrm>
      </p:grpSpPr>
      <p:sp>
        <p:nvSpPr>
          <p:cNvPr id="576" name="Google Shape;576;ga1242414e1_0_1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7" name="Google Shape;577;ga1242414e1_0_1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6"/>
        <p:cNvGrpSpPr/>
        <p:nvPr/>
      </p:nvGrpSpPr>
      <p:grpSpPr>
        <a:xfrm>
          <a:off x="0" y="0"/>
          <a:ext cx="0" cy="0"/>
          <a:chOff x="0" y="0"/>
          <a:chExt cx="0" cy="0"/>
        </a:xfrm>
      </p:grpSpPr>
      <p:sp>
        <p:nvSpPr>
          <p:cNvPr id="647" name="Google Shape;647;g8b385fd27f_2_10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8" name="Google Shape;648;g8b385fd27f_2_10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3" Type="http://schemas.openxmlformats.org/officeDocument/2006/relationships/hyperlink" Target="https://slidesgo.com/" TargetMode="External"/><Relationship Id="rId2" Type="http://schemas.openxmlformats.org/officeDocument/2006/relationships/image" Target="../media/image1.jpg"/><Relationship Id="rId1" Type="http://schemas.openxmlformats.org/officeDocument/2006/relationships/slideMaster" Target="../slideMasters/slideMaster1.xml"/><Relationship Id="rId5" Type="http://schemas.openxmlformats.org/officeDocument/2006/relationships/hyperlink" Target="https://www.freepik.com/" TargetMode="External"/><Relationship Id="rId4" Type="http://schemas.openxmlformats.org/officeDocument/2006/relationships/hyperlink" Target="https://www.flaticon.com/" TargetMode="Externa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pic>
        <p:nvPicPr>
          <p:cNvPr id="9" name="Google Shape;9;p2"/>
          <p:cNvPicPr preferRelativeResize="0"/>
          <p:nvPr/>
        </p:nvPicPr>
        <p:blipFill>
          <a:blip r:embed="rId2">
            <a:alphaModFix/>
          </a:blip>
          <a:stretch>
            <a:fillRect/>
          </a:stretch>
        </p:blipFill>
        <p:spPr>
          <a:xfrm>
            <a:off x="50" y="0"/>
            <a:ext cx="9144000" cy="5143500"/>
          </a:xfrm>
          <a:prstGeom prst="rect">
            <a:avLst/>
          </a:prstGeom>
          <a:noFill/>
          <a:ln>
            <a:noFill/>
          </a:ln>
        </p:spPr>
      </p:pic>
      <p:sp>
        <p:nvSpPr>
          <p:cNvPr id="10" name="Google Shape;10;p2"/>
          <p:cNvSpPr/>
          <p:nvPr/>
        </p:nvSpPr>
        <p:spPr>
          <a:xfrm>
            <a:off x="932950" y="897550"/>
            <a:ext cx="7263900" cy="32085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11;p2"/>
          <p:cNvSpPr txBox="1">
            <a:spLocks noGrp="1"/>
          </p:cNvSpPr>
          <p:nvPr>
            <p:ph type="ctrTitle"/>
          </p:nvPr>
        </p:nvSpPr>
        <p:spPr>
          <a:xfrm>
            <a:off x="1218125" y="956825"/>
            <a:ext cx="6707700" cy="2149200"/>
          </a:xfrm>
          <a:prstGeom prst="rect">
            <a:avLst/>
          </a:prstGeom>
        </p:spPr>
        <p:txBody>
          <a:bodyPr spcFirstLastPara="1" wrap="square" lIns="91425" tIns="91425" rIns="91425" bIns="91425" anchor="t" anchorCtr="0">
            <a:noAutofit/>
          </a:bodyPr>
          <a:lstStyle>
            <a:lvl1pPr lvl="0" rtl="0">
              <a:spcBef>
                <a:spcPts val="0"/>
              </a:spcBef>
              <a:spcAft>
                <a:spcPts val="0"/>
              </a:spcAft>
              <a:buSzPts val="4800"/>
              <a:buNone/>
              <a:defRPr sz="7200"/>
            </a:lvl1pPr>
            <a:lvl2pPr lvl="1" algn="ctr" rtl="0">
              <a:spcBef>
                <a:spcPts val="0"/>
              </a:spcBef>
              <a:spcAft>
                <a:spcPts val="0"/>
              </a:spcAft>
              <a:buSzPts val="5200"/>
              <a:buNone/>
              <a:defRPr sz="5200"/>
            </a:lvl2pPr>
            <a:lvl3pPr lvl="2" algn="ctr" rtl="0">
              <a:spcBef>
                <a:spcPts val="0"/>
              </a:spcBef>
              <a:spcAft>
                <a:spcPts val="0"/>
              </a:spcAft>
              <a:buSzPts val="5200"/>
              <a:buNone/>
              <a:defRPr sz="5200"/>
            </a:lvl3pPr>
            <a:lvl4pPr lvl="3" algn="ctr" rtl="0">
              <a:spcBef>
                <a:spcPts val="0"/>
              </a:spcBef>
              <a:spcAft>
                <a:spcPts val="0"/>
              </a:spcAft>
              <a:buSzPts val="5200"/>
              <a:buNone/>
              <a:defRPr sz="5200"/>
            </a:lvl4pPr>
            <a:lvl5pPr lvl="4" algn="ctr" rtl="0">
              <a:spcBef>
                <a:spcPts val="0"/>
              </a:spcBef>
              <a:spcAft>
                <a:spcPts val="0"/>
              </a:spcAft>
              <a:buSzPts val="5200"/>
              <a:buNone/>
              <a:defRPr sz="5200"/>
            </a:lvl5pPr>
            <a:lvl6pPr lvl="5" algn="ctr" rtl="0">
              <a:spcBef>
                <a:spcPts val="0"/>
              </a:spcBef>
              <a:spcAft>
                <a:spcPts val="0"/>
              </a:spcAft>
              <a:buSzPts val="5200"/>
              <a:buNone/>
              <a:defRPr sz="5200"/>
            </a:lvl6pPr>
            <a:lvl7pPr lvl="6" algn="ctr" rtl="0">
              <a:spcBef>
                <a:spcPts val="0"/>
              </a:spcBef>
              <a:spcAft>
                <a:spcPts val="0"/>
              </a:spcAft>
              <a:buSzPts val="5200"/>
              <a:buNone/>
              <a:defRPr sz="5200"/>
            </a:lvl7pPr>
            <a:lvl8pPr lvl="7" algn="ctr" rtl="0">
              <a:spcBef>
                <a:spcPts val="0"/>
              </a:spcBef>
              <a:spcAft>
                <a:spcPts val="0"/>
              </a:spcAft>
              <a:buSzPts val="5200"/>
              <a:buNone/>
              <a:defRPr sz="5200"/>
            </a:lvl8pPr>
            <a:lvl9pPr lvl="8" algn="ctr" rtl="0">
              <a:spcBef>
                <a:spcPts val="0"/>
              </a:spcBef>
              <a:spcAft>
                <a:spcPts val="0"/>
              </a:spcAft>
              <a:buSzPts val="5200"/>
              <a:buNone/>
              <a:defRPr sz="5200"/>
            </a:lvl9pPr>
          </a:lstStyle>
          <a:p>
            <a:endParaRPr/>
          </a:p>
        </p:txBody>
      </p:sp>
      <p:sp>
        <p:nvSpPr>
          <p:cNvPr id="12" name="Google Shape;12;p2"/>
          <p:cNvSpPr txBox="1">
            <a:spLocks noGrp="1"/>
          </p:cNvSpPr>
          <p:nvPr>
            <p:ph type="subTitle" idx="1"/>
          </p:nvPr>
        </p:nvSpPr>
        <p:spPr>
          <a:xfrm>
            <a:off x="1218125" y="3555800"/>
            <a:ext cx="6707700" cy="404100"/>
          </a:xfrm>
          <a:prstGeom prst="rect">
            <a:avLst/>
          </a:prstGeom>
          <a:solidFill>
            <a:schemeClr val="lt2"/>
          </a:solidFill>
        </p:spPr>
        <p:txBody>
          <a:bodyPr spcFirstLastPara="1" wrap="square" lIns="91425" tIns="91425" rIns="91425" bIns="91425" anchor="t" anchorCtr="0">
            <a:noAutofit/>
          </a:bodyPr>
          <a:lstStyle>
            <a:lvl1pPr lvl="0" algn="ctr" rtl="0">
              <a:lnSpc>
                <a:spcPct val="100000"/>
              </a:lnSpc>
              <a:spcBef>
                <a:spcPts val="0"/>
              </a:spcBef>
              <a:spcAft>
                <a:spcPts val="0"/>
              </a:spcAft>
              <a:buSzPts val="1800"/>
              <a:buNone/>
              <a:defRPr sz="1600">
                <a:solidFill>
                  <a:schemeClr val="dk2"/>
                </a:solidFill>
              </a:defRPr>
            </a:lvl1pPr>
            <a:lvl2pPr lvl="1" algn="ctr" rtl="0">
              <a:lnSpc>
                <a:spcPct val="100000"/>
              </a:lnSpc>
              <a:spcBef>
                <a:spcPts val="0"/>
              </a:spcBef>
              <a:spcAft>
                <a:spcPts val="0"/>
              </a:spcAft>
              <a:buSzPts val="1800"/>
              <a:buNone/>
              <a:defRPr sz="1800"/>
            </a:lvl2pPr>
            <a:lvl3pPr lvl="2" algn="ctr" rtl="0">
              <a:lnSpc>
                <a:spcPct val="100000"/>
              </a:lnSpc>
              <a:spcBef>
                <a:spcPts val="0"/>
              </a:spcBef>
              <a:spcAft>
                <a:spcPts val="0"/>
              </a:spcAft>
              <a:buSzPts val="1800"/>
              <a:buNone/>
              <a:defRPr sz="1800"/>
            </a:lvl3pPr>
            <a:lvl4pPr lvl="3" algn="ctr" rtl="0">
              <a:lnSpc>
                <a:spcPct val="100000"/>
              </a:lnSpc>
              <a:spcBef>
                <a:spcPts val="0"/>
              </a:spcBef>
              <a:spcAft>
                <a:spcPts val="0"/>
              </a:spcAft>
              <a:buSzPts val="1800"/>
              <a:buNone/>
              <a:defRPr sz="1800"/>
            </a:lvl4pPr>
            <a:lvl5pPr lvl="4" algn="ctr" rtl="0">
              <a:lnSpc>
                <a:spcPct val="100000"/>
              </a:lnSpc>
              <a:spcBef>
                <a:spcPts val="0"/>
              </a:spcBef>
              <a:spcAft>
                <a:spcPts val="0"/>
              </a:spcAft>
              <a:buSzPts val="1800"/>
              <a:buNone/>
              <a:defRPr sz="1800"/>
            </a:lvl5pPr>
            <a:lvl6pPr lvl="5" algn="ctr" rtl="0">
              <a:lnSpc>
                <a:spcPct val="100000"/>
              </a:lnSpc>
              <a:spcBef>
                <a:spcPts val="0"/>
              </a:spcBef>
              <a:spcAft>
                <a:spcPts val="0"/>
              </a:spcAft>
              <a:buSzPts val="1800"/>
              <a:buNone/>
              <a:defRPr sz="1800"/>
            </a:lvl6pPr>
            <a:lvl7pPr lvl="6" algn="ctr" rtl="0">
              <a:lnSpc>
                <a:spcPct val="100000"/>
              </a:lnSpc>
              <a:spcBef>
                <a:spcPts val="0"/>
              </a:spcBef>
              <a:spcAft>
                <a:spcPts val="0"/>
              </a:spcAft>
              <a:buSzPts val="1800"/>
              <a:buNone/>
              <a:defRPr sz="1800"/>
            </a:lvl7pPr>
            <a:lvl8pPr lvl="7" algn="ctr" rtl="0">
              <a:lnSpc>
                <a:spcPct val="100000"/>
              </a:lnSpc>
              <a:spcBef>
                <a:spcPts val="0"/>
              </a:spcBef>
              <a:spcAft>
                <a:spcPts val="0"/>
              </a:spcAft>
              <a:buSzPts val="1800"/>
              <a:buNone/>
              <a:defRPr sz="1800"/>
            </a:lvl8pPr>
            <a:lvl9pPr lvl="8" algn="ctr" rtl="0">
              <a:lnSpc>
                <a:spcPct val="100000"/>
              </a:lnSpc>
              <a:spcBef>
                <a:spcPts val="0"/>
              </a:spcBef>
              <a:spcAft>
                <a:spcPts val="0"/>
              </a:spcAft>
              <a:buSzPts val="1800"/>
              <a:buNone/>
              <a:defRPr sz="1800"/>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pic>
        <p:nvPicPr>
          <p:cNvPr id="14" name="Google Shape;14;p3"/>
          <p:cNvPicPr preferRelativeResize="0"/>
          <p:nvPr/>
        </p:nvPicPr>
        <p:blipFill>
          <a:blip r:embed="rId2">
            <a:alphaModFix/>
          </a:blip>
          <a:stretch>
            <a:fillRect/>
          </a:stretch>
        </p:blipFill>
        <p:spPr>
          <a:xfrm rot="10800000">
            <a:off x="0" y="0"/>
            <a:ext cx="9144000" cy="5143529"/>
          </a:xfrm>
          <a:prstGeom prst="rect">
            <a:avLst/>
          </a:prstGeom>
          <a:noFill/>
          <a:ln>
            <a:noFill/>
          </a:ln>
        </p:spPr>
      </p:pic>
      <p:sp>
        <p:nvSpPr>
          <p:cNvPr id="15" name="Google Shape;15;p3"/>
          <p:cNvSpPr/>
          <p:nvPr/>
        </p:nvSpPr>
        <p:spPr>
          <a:xfrm>
            <a:off x="4572000" y="1262450"/>
            <a:ext cx="3578400" cy="27699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16;p3"/>
          <p:cNvSpPr txBox="1">
            <a:spLocks noGrp="1"/>
          </p:cNvSpPr>
          <p:nvPr>
            <p:ph type="title"/>
          </p:nvPr>
        </p:nvSpPr>
        <p:spPr>
          <a:xfrm>
            <a:off x="4764075" y="2392025"/>
            <a:ext cx="2083500" cy="561000"/>
          </a:xfrm>
          <a:prstGeom prst="rect">
            <a:avLst/>
          </a:prstGeom>
        </p:spPr>
        <p:txBody>
          <a:bodyPr spcFirstLastPara="1" wrap="square" lIns="91425" tIns="91425" rIns="91425" bIns="91425" anchor="b" anchorCtr="0">
            <a:noAutofit/>
          </a:bodyPr>
          <a:lstStyle>
            <a:lvl1pPr lvl="0" algn="l" rtl="0">
              <a:spcBef>
                <a:spcPts val="0"/>
              </a:spcBef>
              <a:spcAft>
                <a:spcPts val="0"/>
              </a:spcAft>
              <a:buSzPts val="2400"/>
              <a:buNone/>
              <a:defRPr>
                <a:solidFill>
                  <a:schemeClr val="dk1"/>
                </a:solidFill>
              </a:defRPr>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
        <p:nvSpPr>
          <p:cNvPr id="17" name="Google Shape;17;p3"/>
          <p:cNvSpPr txBox="1">
            <a:spLocks noGrp="1"/>
          </p:cNvSpPr>
          <p:nvPr>
            <p:ph type="body" idx="1"/>
          </p:nvPr>
        </p:nvSpPr>
        <p:spPr>
          <a:xfrm>
            <a:off x="4764075" y="3207300"/>
            <a:ext cx="2732100" cy="657000"/>
          </a:xfrm>
          <a:prstGeom prst="rect">
            <a:avLst/>
          </a:prstGeom>
        </p:spPr>
        <p:txBody>
          <a:bodyPr spcFirstLastPara="1" wrap="square" lIns="91425" tIns="91425" rIns="91425" bIns="91425" anchor="t" anchorCtr="0">
            <a:noAutofit/>
          </a:bodyPr>
          <a:lstStyle>
            <a:lvl1pPr marL="457200" lvl="0" indent="-317500" rtl="0">
              <a:spcBef>
                <a:spcPts val="0"/>
              </a:spcBef>
              <a:spcAft>
                <a:spcPts val="0"/>
              </a:spcAft>
              <a:buSzPts val="1400"/>
              <a:buChar char="●"/>
              <a:defRPr sz="1600">
                <a:solidFill>
                  <a:schemeClr val="dk1"/>
                </a:solidFill>
              </a:defRPr>
            </a:lvl1pPr>
            <a:lvl2pPr marL="914400" lvl="1" indent="-317500" rtl="0">
              <a:spcBef>
                <a:spcPts val="0"/>
              </a:spcBef>
              <a:spcAft>
                <a:spcPts val="0"/>
              </a:spcAft>
              <a:buSzPts val="1400"/>
              <a:buChar char="○"/>
              <a:defRPr/>
            </a:lvl2pPr>
            <a:lvl3pPr marL="1371600" lvl="2" indent="-317500" rtl="0">
              <a:spcBef>
                <a:spcPts val="0"/>
              </a:spcBef>
              <a:spcAft>
                <a:spcPts val="0"/>
              </a:spcAft>
              <a:buSzPts val="1400"/>
              <a:buChar char="■"/>
              <a:defRPr/>
            </a:lvl3pPr>
            <a:lvl4pPr marL="1828800" lvl="3" indent="-317500" rtl="0">
              <a:spcBef>
                <a:spcPts val="0"/>
              </a:spcBef>
              <a:spcAft>
                <a:spcPts val="0"/>
              </a:spcAft>
              <a:buSzPts val="1400"/>
              <a:buChar char="●"/>
              <a:defRPr/>
            </a:lvl4pPr>
            <a:lvl5pPr marL="2286000" lvl="4" indent="-317500" rtl="0">
              <a:spcBef>
                <a:spcPts val="0"/>
              </a:spcBef>
              <a:spcAft>
                <a:spcPts val="0"/>
              </a:spcAft>
              <a:buSzPts val="1400"/>
              <a:buChar char="○"/>
              <a:defRPr/>
            </a:lvl5pPr>
            <a:lvl6pPr marL="2743200" lvl="5" indent="-317500" rtl="0">
              <a:spcBef>
                <a:spcPts val="0"/>
              </a:spcBef>
              <a:spcAft>
                <a:spcPts val="0"/>
              </a:spcAft>
              <a:buSzPts val="1400"/>
              <a:buChar char="■"/>
              <a:defRPr/>
            </a:lvl6pPr>
            <a:lvl7pPr marL="3200400" lvl="6" indent="-317500" rtl="0">
              <a:spcBef>
                <a:spcPts val="0"/>
              </a:spcBef>
              <a:spcAft>
                <a:spcPts val="0"/>
              </a:spcAft>
              <a:buSzPts val="1400"/>
              <a:buChar char="●"/>
              <a:defRPr/>
            </a:lvl7pPr>
            <a:lvl8pPr marL="3657600" lvl="7" indent="-317500" rtl="0">
              <a:spcBef>
                <a:spcPts val="0"/>
              </a:spcBef>
              <a:spcAft>
                <a:spcPts val="0"/>
              </a:spcAft>
              <a:buSzPts val="1400"/>
              <a:buChar char="○"/>
              <a:defRPr/>
            </a:lvl8pPr>
            <a:lvl9pPr marL="4114800" lvl="8" indent="-317500" rtl="0">
              <a:spcBef>
                <a:spcPts val="0"/>
              </a:spcBef>
              <a:spcAft>
                <a:spcPts val="0"/>
              </a:spcAft>
              <a:buSzPts val="1400"/>
              <a:buChar char="■"/>
              <a:defRPr/>
            </a:lvl9pPr>
          </a:lstStyle>
          <a:p>
            <a:endParaRPr/>
          </a:p>
        </p:txBody>
      </p:sp>
      <p:sp>
        <p:nvSpPr>
          <p:cNvPr id="18" name="Google Shape;18;p3"/>
          <p:cNvSpPr txBox="1">
            <a:spLocks noGrp="1"/>
          </p:cNvSpPr>
          <p:nvPr>
            <p:ph type="title" idx="2" hasCustomPrompt="1"/>
          </p:nvPr>
        </p:nvSpPr>
        <p:spPr>
          <a:xfrm>
            <a:off x="4879875" y="1534825"/>
            <a:ext cx="1061400" cy="719700"/>
          </a:xfrm>
          <a:prstGeom prst="rect">
            <a:avLst/>
          </a:prstGeom>
          <a:solidFill>
            <a:schemeClr val="lt2"/>
          </a:solidFill>
        </p:spPr>
        <p:txBody>
          <a:bodyPr spcFirstLastPara="1" wrap="square" lIns="91425" tIns="91425" rIns="91425" bIns="91425" anchor="ctr" anchorCtr="0">
            <a:noAutofit/>
          </a:bodyPr>
          <a:lstStyle>
            <a:lvl1pPr lvl="0" rtl="0">
              <a:spcBef>
                <a:spcPts val="0"/>
              </a:spcBef>
              <a:spcAft>
                <a:spcPts val="0"/>
              </a:spcAft>
              <a:buSzPts val="4800"/>
              <a:buNone/>
              <a:defRPr sz="4800">
                <a:solidFill>
                  <a:schemeClr val="dk2"/>
                </a:solidFill>
              </a:defRPr>
            </a:lvl1pPr>
            <a:lvl2pPr lvl="1" algn="ctr" rtl="0">
              <a:spcBef>
                <a:spcPts val="0"/>
              </a:spcBef>
              <a:spcAft>
                <a:spcPts val="0"/>
              </a:spcAft>
              <a:buSzPts val="4800"/>
              <a:buNone/>
              <a:defRPr sz="4800"/>
            </a:lvl2pPr>
            <a:lvl3pPr lvl="2" algn="ctr" rtl="0">
              <a:spcBef>
                <a:spcPts val="0"/>
              </a:spcBef>
              <a:spcAft>
                <a:spcPts val="0"/>
              </a:spcAft>
              <a:buSzPts val="4800"/>
              <a:buNone/>
              <a:defRPr sz="4800"/>
            </a:lvl3pPr>
            <a:lvl4pPr lvl="3" algn="ctr" rtl="0">
              <a:spcBef>
                <a:spcPts val="0"/>
              </a:spcBef>
              <a:spcAft>
                <a:spcPts val="0"/>
              </a:spcAft>
              <a:buSzPts val="4800"/>
              <a:buNone/>
              <a:defRPr sz="4800"/>
            </a:lvl4pPr>
            <a:lvl5pPr lvl="4" algn="ctr" rtl="0">
              <a:spcBef>
                <a:spcPts val="0"/>
              </a:spcBef>
              <a:spcAft>
                <a:spcPts val="0"/>
              </a:spcAft>
              <a:buSzPts val="4800"/>
              <a:buNone/>
              <a:defRPr sz="4800"/>
            </a:lvl5pPr>
            <a:lvl6pPr lvl="5" algn="ctr" rtl="0">
              <a:spcBef>
                <a:spcPts val="0"/>
              </a:spcBef>
              <a:spcAft>
                <a:spcPts val="0"/>
              </a:spcAft>
              <a:buSzPts val="4800"/>
              <a:buNone/>
              <a:defRPr sz="4800"/>
            </a:lvl6pPr>
            <a:lvl7pPr lvl="6" algn="ctr" rtl="0">
              <a:spcBef>
                <a:spcPts val="0"/>
              </a:spcBef>
              <a:spcAft>
                <a:spcPts val="0"/>
              </a:spcAft>
              <a:buSzPts val="4800"/>
              <a:buNone/>
              <a:defRPr sz="4800"/>
            </a:lvl7pPr>
            <a:lvl8pPr lvl="7" algn="ctr" rtl="0">
              <a:spcBef>
                <a:spcPts val="0"/>
              </a:spcBef>
              <a:spcAft>
                <a:spcPts val="0"/>
              </a:spcAft>
              <a:buSzPts val="4800"/>
              <a:buNone/>
              <a:defRPr sz="4800"/>
            </a:lvl8pPr>
            <a:lvl9pPr lvl="8" algn="ctr" rtl="0">
              <a:spcBef>
                <a:spcPts val="0"/>
              </a:spcBef>
              <a:spcAft>
                <a:spcPts val="0"/>
              </a:spcAft>
              <a:buSzPts val="4800"/>
              <a:buNone/>
              <a:defRPr sz="4800"/>
            </a:lvl9pPr>
          </a:lstStyle>
          <a:p>
            <a:r>
              <a:t>xx%</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9"/>
        <p:cNvGrpSpPr/>
        <p:nvPr/>
      </p:nvGrpSpPr>
      <p:grpSpPr>
        <a:xfrm>
          <a:off x="0" y="0"/>
          <a:ext cx="0" cy="0"/>
          <a:chOff x="0" y="0"/>
          <a:chExt cx="0" cy="0"/>
        </a:xfrm>
      </p:grpSpPr>
      <p:pic>
        <p:nvPicPr>
          <p:cNvPr id="20" name="Google Shape;20;p4"/>
          <p:cNvPicPr preferRelativeResize="0"/>
          <p:nvPr/>
        </p:nvPicPr>
        <p:blipFill>
          <a:blip r:embed="rId2">
            <a:alphaModFix/>
          </a:blip>
          <a:stretch>
            <a:fillRect/>
          </a:stretch>
        </p:blipFill>
        <p:spPr>
          <a:xfrm>
            <a:off x="0" y="0"/>
            <a:ext cx="9144000" cy="5143505"/>
          </a:xfrm>
          <a:prstGeom prst="rect">
            <a:avLst/>
          </a:prstGeom>
          <a:noFill/>
          <a:ln>
            <a:noFill/>
          </a:ln>
        </p:spPr>
      </p:pic>
      <p:sp>
        <p:nvSpPr>
          <p:cNvPr id="21" name="Google Shape;21;p4"/>
          <p:cNvSpPr/>
          <p:nvPr/>
        </p:nvSpPr>
        <p:spPr>
          <a:xfrm>
            <a:off x="713150" y="1312550"/>
            <a:ext cx="7717800" cy="32907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2;p4"/>
          <p:cNvSpPr txBox="1">
            <a:spLocks noGrp="1"/>
          </p:cNvSpPr>
          <p:nvPr>
            <p:ph type="title"/>
          </p:nvPr>
        </p:nvSpPr>
        <p:spPr>
          <a:xfrm>
            <a:off x="720000" y="540000"/>
            <a:ext cx="7704000" cy="4776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3" name="Google Shape;23;p4"/>
          <p:cNvSpPr txBox="1">
            <a:spLocks noGrp="1"/>
          </p:cNvSpPr>
          <p:nvPr>
            <p:ph type="body" idx="1"/>
          </p:nvPr>
        </p:nvSpPr>
        <p:spPr>
          <a:xfrm>
            <a:off x="720000" y="1360250"/>
            <a:ext cx="7704000" cy="3243000"/>
          </a:xfrm>
          <a:prstGeom prst="rect">
            <a:avLst/>
          </a:prstGeom>
        </p:spPr>
        <p:txBody>
          <a:bodyPr spcFirstLastPara="1" wrap="square" lIns="91425" tIns="91425" rIns="91425" bIns="91425" anchor="t" anchorCtr="0">
            <a:noAutofit/>
          </a:bodyPr>
          <a:lstStyle>
            <a:lvl1pPr marL="457200" lvl="0" indent="-317500" rtl="0">
              <a:lnSpc>
                <a:spcPct val="100000"/>
              </a:lnSpc>
              <a:spcBef>
                <a:spcPts val="0"/>
              </a:spcBef>
              <a:spcAft>
                <a:spcPts val="0"/>
              </a:spcAft>
              <a:buClr>
                <a:srgbClr val="434343"/>
              </a:buClr>
              <a:buSzPts val="1400"/>
              <a:buChar char="●"/>
              <a:defRPr/>
            </a:lvl1pPr>
            <a:lvl2pPr marL="914400" lvl="1" indent="-317500" rtl="0">
              <a:lnSpc>
                <a:spcPct val="100000"/>
              </a:lnSpc>
              <a:spcBef>
                <a:spcPts val="0"/>
              </a:spcBef>
              <a:spcAft>
                <a:spcPts val="0"/>
              </a:spcAft>
              <a:buClr>
                <a:srgbClr val="434343"/>
              </a:buClr>
              <a:buSzPts val="1400"/>
              <a:buFont typeface="Work Sans Light"/>
              <a:buChar char="○"/>
              <a:defRPr/>
            </a:lvl2pPr>
            <a:lvl3pPr marL="1371600" lvl="2" indent="-317500" rtl="0">
              <a:lnSpc>
                <a:spcPct val="100000"/>
              </a:lnSpc>
              <a:spcBef>
                <a:spcPts val="0"/>
              </a:spcBef>
              <a:spcAft>
                <a:spcPts val="0"/>
              </a:spcAft>
              <a:buClr>
                <a:srgbClr val="434343"/>
              </a:buClr>
              <a:buSzPts val="1400"/>
              <a:buFont typeface="Work Sans Light"/>
              <a:buChar char="■"/>
              <a:defRPr/>
            </a:lvl3pPr>
            <a:lvl4pPr marL="1828800" lvl="3" indent="-317500" rtl="0">
              <a:lnSpc>
                <a:spcPct val="100000"/>
              </a:lnSpc>
              <a:spcBef>
                <a:spcPts val="0"/>
              </a:spcBef>
              <a:spcAft>
                <a:spcPts val="0"/>
              </a:spcAft>
              <a:buClr>
                <a:srgbClr val="434343"/>
              </a:buClr>
              <a:buSzPts val="1400"/>
              <a:buFont typeface="Work Sans Light"/>
              <a:buChar char="●"/>
              <a:defRPr/>
            </a:lvl4pPr>
            <a:lvl5pPr marL="2286000" lvl="4" indent="-317500" rtl="0">
              <a:lnSpc>
                <a:spcPct val="100000"/>
              </a:lnSpc>
              <a:spcBef>
                <a:spcPts val="0"/>
              </a:spcBef>
              <a:spcAft>
                <a:spcPts val="0"/>
              </a:spcAft>
              <a:buClr>
                <a:srgbClr val="434343"/>
              </a:buClr>
              <a:buSzPts val="1400"/>
              <a:buFont typeface="Work Sans Light"/>
              <a:buChar char="○"/>
              <a:defRPr/>
            </a:lvl5pPr>
            <a:lvl6pPr marL="2743200" lvl="5" indent="-317500" rtl="0">
              <a:lnSpc>
                <a:spcPct val="100000"/>
              </a:lnSpc>
              <a:spcBef>
                <a:spcPts val="0"/>
              </a:spcBef>
              <a:spcAft>
                <a:spcPts val="0"/>
              </a:spcAft>
              <a:buClr>
                <a:srgbClr val="434343"/>
              </a:buClr>
              <a:buSzPts val="1400"/>
              <a:buFont typeface="Work Sans Light"/>
              <a:buChar char="■"/>
              <a:defRPr/>
            </a:lvl6pPr>
            <a:lvl7pPr marL="3200400" lvl="6" indent="-317500" rtl="0">
              <a:lnSpc>
                <a:spcPct val="100000"/>
              </a:lnSpc>
              <a:spcBef>
                <a:spcPts val="0"/>
              </a:spcBef>
              <a:spcAft>
                <a:spcPts val="0"/>
              </a:spcAft>
              <a:buClr>
                <a:srgbClr val="434343"/>
              </a:buClr>
              <a:buSzPts val="1400"/>
              <a:buFont typeface="Work Sans Light"/>
              <a:buChar char="●"/>
              <a:defRPr/>
            </a:lvl7pPr>
            <a:lvl8pPr marL="3657600" lvl="7" indent="-317500" rtl="0">
              <a:lnSpc>
                <a:spcPct val="100000"/>
              </a:lnSpc>
              <a:spcBef>
                <a:spcPts val="0"/>
              </a:spcBef>
              <a:spcAft>
                <a:spcPts val="0"/>
              </a:spcAft>
              <a:buClr>
                <a:srgbClr val="434343"/>
              </a:buClr>
              <a:buSzPts val="1400"/>
              <a:buFont typeface="Work Sans Light"/>
              <a:buChar char="○"/>
              <a:defRPr/>
            </a:lvl8pPr>
            <a:lvl9pPr marL="4114800" lvl="8" indent="-317500" rtl="0">
              <a:lnSpc>
                <a:spcPct val="100000"/>
              </a:lnSpc>
              <a:spcBef>
                <a:spcPts val="0"/>
              </a:spcBef>
              <a:spcAft>
                <a:spcPts val="0"/>
              </a:spcAft>
              <a:buClr>
                <a:srgbClr val="434343"/>
              </a:buClr>
              <a:buSzPts val="1400"/>
              <a:buFont typeface="Work Sans Light"/>
              <a:buChar char="■"/>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4"/>
        <p:cNvGrpSpPr/>
        <p:nvPr/>
      </p:nvGrpSpPr>
      <p:grpSpPr>
        <a:xfrm>
          <a:off x="0" y="0"/>
          <a:ext cx="0" cy="0"/>
          <a:chOff x="0" y="0"/>
          <a:chExt cx="0" cy="0"/>
        </a:xfrm>
      </p:grpSpPr>
      <p:pic>
        <p:nvPicPr>
          <p:cNvPr id="25" name="Google Shape;25;p5"/>
          <p:cNvPicPr preferRelativeResize="0"/>
          <p:nvPr/>
        </p:nvPicPr>
        <p:blipFill>
          <a:blip r:embed="rId2">
            <a:alphaModFix/>
          </a:blip>
          <a:stretch>
            <a:fillRect/>
          </a:stretch>
        </p:blipFill>
        <p:spPr>
          <a:xfrm>
            <a:off x="50" y="0"/>
            <a:ext cx="9144000" cy="5143500"/>
          </a:xfrm>
          <a:prstGeom prst="rect">
            <a:avLst/>
          </a:prstGeom>
          <a:noFill/>
          <a:ln>
            <a:noFill/>
          </a:ln>
        </p:spPr>
      </p:pic>
      <p:sp>
        <p:nvSpPr>
          <p:cNvPr id="26" name="Google Shape;26;p5"/>
          <p:cNvSpPr/>
          <p:nvPr/>
        </p:nvSpPr>
        <p:spPr>
          <a:xfrm>
            <a:off x="1143600" y="2240800"/>
            <a:ext cx="3004800" cy="15549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27;p5"/>
          <p:cNvSpPr/>
          <p:nvPr/>
        </p:nvSpPr>
        <p:spPr>
          <a:xfrm>
            <a:off x="4995600" y="2240800"/>
            <a:ext cx="3004800" cy="15549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8;p5"/>
          <p:cNvSpPr txBox="1">
            <a:spLocks noGrp="1"/>
          </p:cNvSpPr>
          <p:nvPr>
            <p:ph type="title"/>
          </p:nvPr>
        </p:nvSpPr>
        <p:spPr>
          <a:xfrm>
            <a:off x="720000" y="540000"/>
            <a:ext cx="7704000" cy="477600"/>
          </a:xfrm>
          <a:prstGeom prst="rect">
            <a:avLst/>
          </a:prstGeom>
        </p:spPr>
        <p:txBody>
          <a:bodyPr spcFirstLastPara="1" wrap="square" lIns="91425" tIns="91425" rIns="91425" bIns="91425" anchor="ctr" anchorCtr="0">
            <a:noAutofit/>
          </a:bodyPr>
          <a:lstStyle>
            <a:lvl1pPr lvl="0" rtl="0">
              <a:spcBef>
                <a:spcPts val="0"/>
              </a:spcBef>
              <a:spcAft>
                <a:spcPts val="0"/>
              </a:spcAft>
              <a:buSzPts val="3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9" name="Google Shape;29;p5"/>
          <p:cNvSpPr txBox="1">
            <a:spLocks noGrp="1"/>
          </p:cNvSpPr>
          <p:nvPr>
            <p:ph type="subTitle" idx="1"/>
          </p:nvPr>
        </p:nvSpPr>
        <p:spPr>
          <a:xfrm>
            <a:off x="1368152" y="2820712"/>
            <a:ext cx="2555700" cy="6987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rtl="0">
              <a:lnSpc>
                <a:spcPct val="100000"/>
              </a:lnSpc>
              <a:spcBef>
                <a:spcPts val="0"/>
              </a:spcBef>
              <a:spcAft>
                <a:spcPts val="0"/>
              </a:spcAft>
              <a:buSzPts val="2100"/>
              <a:buNone/>
              <a:defRPr sz="2100"/>
            </a:lvl2pPr>
            <a:lvl3pPr lvl="2" rtl="0">
              <a:lnSpc>
                <a:spcPct val="100000"/>
              </a:lnSpc>
              <a:spcBef>
                <a:spcPts val="0"/>
              </a:spcBef>
              <a:spcAft>
                <a:spcPts val="0"/>
              </a:spcAft>
              <a:buSzPts val="2100"/>
              <a:buNone/>
              <a:defRPr sz="2100"/>
            </a:lvl3pPr>
            <a:lvl4pPr lvl="3" rtl="0">
              <a:lnSpc>
                <a:spcPct val="100000"/>
              </a:lnSpc>
              <a:spcBef>
                <a:spcPts val="0"/>
              </a:spcBef>
              <a:spcAft>
                <a:spcPts val="0"/>
              </a:spcAft>
              <a:buSzPts val="2100"/>
              <a:buNone/>
              <a:defRPr sz="2100"/>
            </a:lvl4pPr>
            <a:lvl5pPr lvl="4" rtl="0">
              <a:lnSpc>
                <a:spcPct val="100000"/>
              </a:lnSpc>
              <a:spcBef>
                <a:spcPts val="0"/>
              </a:spcBef>
              <a:spcAft>
                <a:spcPts val="0"/>
              </a:spcAft>
              <a:buSzPts val="2100"/>
              <a:buNone/>
              <a:defRPr sz="2100"/>
            </a:lvl5pPr>
            <a:lvl6pPr lvl="5" rtl="0">
              <a:lnSpc>
                <a:spcPct val="100000"/>
              </a:lnSpc>
              <a:spcBef>
                <a:spcPts val="0"/>
              </a:spcBef>
              <a:spcAft>
                <a:spcPts val="0"/>
              </a:spcAft>
              <a:buSzPts val="2100"/>
              <a:buNone/>
              <a:defRPr sz="2100"/>
            </a:lvl6pPr>
            <a:lvl7pPr lvl="6" rtl="0">
              <a:lnSpc>
                <a:spcPct val="100000"/>
              </a:lnSpc>
              <a:spcBef>
                <a:spcPts val="0"/>
              </a:spcBef>
              <a:spcAft>
                <a:spcPts val="0"/>
              </a:spcAft>
              <a:buSzPts val="2100"/>
              <a:buNone/>
              <a:defRPr sz="2100"/>
            </a:lvl7pPr>
            <a:lvl8pPr lvl="7" rtl="0">
              <a:lnSpc>
                <a:spcPct val="100000"/>
              </a:lnSpc>
              <a:spcBef>
                <a:spcPts val="0"/>
              </a:spcBef>
              <a:spcAft>
                <a:spcPts val="0"/>
              </a:spcAft>
              <a:buSzPts val="2100"/>
              <a:buNone/>
              <a:defRPr sz="2100"/>
            </a:lvl8pPr>
            <a:lvl9pPr lvl="8" rtl="0">
              <a:lnSpc>
                <a:spcPct val="100000"/>
              </a:lnSpc>
              <a:spcBef>
                <a:spcPts val="0"/>
              </a:spcBef>
              <a:spcAft>
                <a:spcPts val="0"/>
              </a:spcAft>
              <a:buSzPts val="2100"/>
              <a:buNone/>
              <a:defRPr sz="2100"/>
            </a:lvl9pPr>
          </a:lstStyle>
          <a:p>
            <a:endParaRPr/>
          </a:p>
        </p:txBody>
      </p:sp>
      <p:sp>
        <p:nvSpPr>
          <p:cNvPr id="30" name="Google Shape;30;p5"/>
          <p:cNvSpPr txBox="1">
            <a:spLocks noGrp="1"/>
          </p:cNvSpPr>
          <p:nvPr>
            <p:ph type="subTitle" idx="2"/>
          </p:nvPr>
        </p:nvSpPr>
        <p:spPr>
          <a:xfrm>
            <a:off x="5220152" y="2820712"/>
            <a:ext cx="2555700" cy="6987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rtl="0">
              <a:lnSpc>
                <a:spcPct val="100000"/>
              </a:lnSpc>
              <a:spcBef>
                <a:spcPts val="0"/>
              </a:spcBef>
              <a:spcAft>
                <a:spcPts val="0"/>
              </a:spcAft>
              <a:buSzPts val="2100"/>
              <a:buNone/>
              <a:defRPr sz="2100"/>
            </a:lvl2pPr>
            <a:lvl3pPr lvl="2" rtl="0">
              <a:lnSpc>
                <a:spcPct val="100000"/>
              </a:lnSpc>
              <a:spcBef>
                <a:spcPts val="0"/>
              </a:spcBef>
              <a:spcAft>
                <a:spcPts val="0"/>
              </a:spcAft>
              <a:buSzPts val="2100"/>
              <a:buNone/>
              <a:defRPr sz="2100"/>
            </a:lvl3pPr>
            <a:lvl4pPr lvl="3" rtl="0">
              <a:lnSpc>
                <a:spcPct val="100000"/>
              </a:lnSpc>
              <a:spcBef>
                <a:spcPts val="0"/>
              </a:spcBef>
              <a:spcAft>
                <a:spcPts val="0"/>
              </a:spcAft>
              <a:buSzPts val="2100"/>
              <a:buNone/>
              <a:defRPr sz="2100"/>
            </a:lvl4pPr>
            <a:lvl5pPr lvl="4" rtl="0">
              <a:lnSpc>
                <a:spcPct val="100000"/>
              </a:lnSpc>
              <a:spcBef>
                <a:spcPts val="0"/>
              </a:spcBef>
              <a:spcAft>
                <a:spcPts val="0"/>
              </a:spcAft>
              <a:buSzPts val="2100"/>
              <a:buNone/>
              <a:defRPr sz="2100"/>
            </a:lvl5pPr>
            <a:lvl6pPr lvl="5" rtl="0">
              <a:lnSpc>
                <a:spcPct val="100000"/>
              </a:lnSpc>
              <a:spcBef>
                <a:spcPts val="0"/>
              </a:spcBef>
              <a:spcAft>
                <a:spcPts val="0"/>
              </a:spcAft>
              <a:buSzPts val="2100"/>
              <a:buNone/>
              <a:defRPr sz="2100"/>
            </a:lvl6pPr>
            <a:lvl7pPr lvl="6" rtl="0">
              <a:lnSpc>
                <a:spcPct val="100000"/>
              </a:lnSpc>
              <a:spcBef>
                <a:spcPts val="0"/>
              </a:spcBef>
              <a:spcAft>
                <a:spcPts val="0"/>
              </a:spcAft>
              <a:buSzPts val="2100"/>
              <a:buNone/>
              <a:defRPr sz="2100"/>
            </a:lvl7pPr>
            <a:lvl8pPr lvl="7" rtl="0">
              <a:lnSpc>
                <a:spcPct val="100000"/>
              </a:lnSpc>
              <a:spcBef>
                <a:spcPts val="0"/>
              </a:spcBef>
              <a:spcAft>
                <a:spcPts val="0"/>
              </a:spcAft>
              <a:buSzPts val="2100"/>
              <a:buNone/>
              <a:defRPr sz="2100"/>
            </a:lvl8pPr>
            <a:lvl9pPr lvl="8" rtl="0">
              <a:lnSpc>
                <a:spcPct val="100000"/>
              </a:lnSpc>
              <a:spcBef>
                <a:spcPts val="0"/>
              </a:spcBef>
              <a:spcAft>
                <a:spcPts val="0"/>
              </a:spcAft>
              <a:buSzPts val="2100"/>
              <a:buNone/>
              <a:defRPr sz="2100"/>
            </a:lvl9pPr>
          </a:lstStyle>
          <a:p>
            <a:endParaRPr/>
          </a:p>
        </p:txBody>
      </p:sp>
      <p:sp>
        <p:nvSpPr>
          <p:cNvPr id="31" name="Google Shape;31;p5"/>
          <p:cNvSpPr txBox="1">
            <a:spLocks noGrp="1"/>
          </p:cNvSpPr>
          <p:nvPr>
            <p:ph type="subTitle" idx="3"/>
          </p:nvPr>
        </p:nvSpPr>
        <p:spPr>
          <a:xfrm>
            <a:off x="1368150" y="2430947"/>
            <a:ext cx="2555700" cy="477600"/>
          </a:xfrm>
          <a:prstGeom prst="rect">
            <a:avLst/>
          </a:prstGeom>
        </p:spPr>
        <p:txBody>
          <a:bodyPr spcFirstLastPara="1" wrap="square" lIns="91425" tIns="91425" rIns="91425" bIns="91425" anchor="b" anchorCtr="0">
            <a:noAutofit/>
          </a:bodyPr>
          <a:lstStyle>
            <a:lvl1pPr lvl="0" algn="ctr">
              <a:spcBef>
                <a:spcPts val="0"/>
              </a:spcBef>
              <a:spcAft>
                <a:spcPts val="0"/>
              </a:spcAft>
              <a:buSzPts val="2400"/>
              <a:buFont typeface="Anton"/>
              <a:buNone/>
              <a:defRPr sz="2400">
                <a:latin typeface="Staatliches"/>
                <a:ea typeface="Staatliches"/>
                <a:cs typeface="Staatliches"/>
                <a:sym typeface="Staatliches"/>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2" name="Google Shape;32;p5"/>
          <p:cNvSpPr txBox="1">
            <a:spLocks noGrp="1"/>
          </p:cNvSpPr>
          <p:nvPr>
            <p:ph type="subTitle" idx="4"/>
          </p:nvPr>
        </p:nvSpPr>
        <p:spPr>
          <a:xfrm>
            <a:off x="5220150" y="2430947"/>
            <a:ext cx="2555700" cy="4776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Font typeface="Anton"/>
              <a:buNone/>
              <a:defRPr sz="2400">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3"/>
        <p:cNvGrpSpPr/>
        <p:nvPr/>
      </p:nvGrpSpPr>
      <p:grpSpPr>
        <a:xfrm>
          <a:off x="0" y="0"/>
          <a:ext cx="0" cy="0"/>
          <a:chOff x="0" y="0"/>
          <a:chExt cx="0" cy="0"/>
        </a:xfrm>
      </p:grpSpPr>
      <p:pic>
        <p:nvPicPr>
          <p:cNvPr id="34" name="Google Shape;34;p6"/>
          <p:cNvPicPr preferRelativeResize="0"/>
          <p:nvPr/>
        </p:nvPicPr>
        <p:blipFill>
          <a:blip r:embed="rId2">
            <a:alphaModFix/>
          </a:blip>
          <a:stretch>
            <a:fillRect/>
          </a:stretch>
        </p:blipFill>
        <p:spPr>
          <a:xfrm rot="10800000" flipH="1">
            <a:off x="0" y="0"/>
            <a:ext cx="9144000" cy="5143505"/>
          </a:xfrm>
          <a:prstGeom prst="rect">
            <a:avLst/>
          </a:prstGeom>
          <a:noFill/>
          <a:ln>
            <a:noFill/>
          </a:ln>
        </p:spPr>
      </p:pic>
      <p:sp>
        <p:nvSpPr>
          <p:cNvPr id="35" name="Google Shape;35;p6"/>
          <p:cNvSpPr/>
          <p:nvPr/>
        </p:nvSpPr>
        <p:spPr>
          <a:xfrm>
            <a:off x="720100" y="1313050"/>
            <a:ext cx="7723800" cy="32904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36;p6"/>
          <p:cNvSpPr txBox="1">
            <a:spLocks noGrp="1"/>
          </p:cNvSpPr>
          <p:nvPr>
            <p:ph type="title"/>
          </p:nvPr>
        </p:nvSpPr>
        <p:spPr>
          <a:xfrm>
            <a:off x="720000" y="540000"/>
            <a:ext cx="7704000" cy="477600"/>
          </a:xfrm>
          <a:prstGeom prst="rect">
            <a:avLst/>
          </a:prstGeom>
        </p:spPr>
        <p:txBody>
          <a:bodyPr spcFirstLastPara="1" wrap="square" lIns="91425" tIns="91425" rIns="91425" bIns="91425" anchor="ctr" anchorCtr="0">
            <a:noAutofit/>
          </a:bodyPr>
          <a:lstStyle>
            <a:lvl1pPr lvl="0" rtl="0">
              <a:spcBef>
                <a:spcPts val="0"/>
              </a:spcBef>
              <a:spcAft>
                <a:spcPts val="0"/>
              </a:spcAft>
              <a:buSzPts val="3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7"/>
        <p:cNvGrpSpPr/>
        <p:nvPr/>
      </p:nvGrpSpPr>
      <p:grpSpPr>
        <a:xfrm>
          <a:off x="0" y="0"/>
          <a:ext cx="0" cy="0"/>
          <a:chOff x="0" y="0"/>
          <a:chExt cx="0" cy="0"/>
        </a:xfrm>
      </p:grpSpPr>
      <p:pic>
        <p:nvPicPr>
          <p:cNvPr id="38" name="Google Shape;38;p7"/>
          <p:cNvPicPr preferRelativeResize="0"/>
          <p:nvPr/>
        </p:nvPicPr>
        <p:blipFill>
          <a:blip r:embed="rId2">
            <a:alphaModFix/>
          </a:blip>
          <a:stretch>
            <a:fillRect/>
          </a:stretch>
        </p:blipFill>
        <p:spPr>
          <a:xfrm>
            <a:off x="0" y="0"/>
            <a:ext cx="9144000" cy="5143529"/>
          </a:xfrm>
          <a:prstGeom prst="rect">
            <a:avLst/>
          </a:prstGeom>
          <a:noFill/>
          <a:ln>
            <a:noFill/>
          </a:ln>
        </p:spPr>
      </p:pic>
      <p:sp>
        <p:nvSpPr>
          <p:cNvPr id="39" name="Google Shape;39;p7"/>
          <p:cNvSpPr/>
          <p:nvPr/>
        </p:nvSpPr>
        <p:spPr>
          <a:xfrm>
            <a:off x="720000" y="1835300"/>
            <a:ext cx="4906800" cy="23469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 name="Google Shape;40;p7"/>
          <p:cNvSpPr txBox="1">
            <a:spLocks noGrp="1"/>
          </p:cNvSpPr>
          <p:nvPr>
            <p:ph type="title"/>
          </p:nvPr>
        </p:nvSpPr>
        <p:spPr>
          <a:xfrm>
            <a:off x="720010" y="529475"/>
            <a:ext cx="7704000" cy="519300"/>
          </a:xfrm>
          <a:prstGeom prst="rect">
            <a:avLst/>
          </a:prstGeom>
        </p:spPr>
        <p:txBody>
          <a:bodyPr spcFirstLastPara="1" wrap="square" lIns="91425" tIns="91425" rIns="91425" bIns="91425" anchor="t" anchorCtr="0">
            <a:noAutofit/>
          </a:bodyPr>
          <a:lstStyle>
            <a:lvl1pPr lvl="0" algn="l" rtl="0">
              <a:spcBef>
                <a:spcPts val="0"/>
              </a:spcBef>
              <a:spcAft>
                <a:spcPts val="0"/>
              </a:spcAft>
              <a:buSzPts val="3000"/>
              <a:buNone/>
              <a:defRPr/>
            </a:lvl1pPr>
            <a:lvl2pPr lvl="1" algn="r" rtl="0">
              <a:spcBef>
                <a:spcPts val="0"/>
              </a:spcBef>
              <a:spcAft>
                <a:spcPts val="0"/>
              </a:spcAft>
              <a:buSzPts val="2800"/>
              <a:buNone/>
              <a:defRPr>
                <a:latin typeface="Roboto"/>
                <a:ea typeface="Roboto"/>
                <a:cs typeface="Roboto"/>
                <a:sym typeface="Roboto"/>
              </a:defRPr>
            </a:lvl2pPr>
            <a:lvl3pPr lvl="2" algn="r" rtl="0">
              <a:spcBef>
                <a:spcPts val="0"/>
              </a:spcBef>
              <a:spcAft>
                <a:spcPts val="0"/>
              </a:spcAft>
              <a:buSzPts val="2800"/>
              <a:buNone/>
              <a:defRPr>
                <a:latin typeface="Roboto"/>
                <a:ea typeface="Roboto"/>
                <a:cs typeface="Roboto"/>
                <a:sym typeface="Roboto"/>
              </a:defRPr>
            </a:lvl3pPr>
            <a:lvl4pPr lvl="3" algn="r" rtl="0">
              <a:spcBef>
                <a:spcPts val="0"/>
              </a:spcBef>
              <a:spcAft>
                <a:spcPts val="0"/>
              </a:spcAft>
              <a:buSzPts val="2800"/>
              <a:buNone/>
              <a:defRPr>
                <a:latin typeface="Roboto"/>
                <a:ea typeface="Roboto"/>
                <a:cs typeface="Roboto"/>
                <a:sym typeface="Roboto"/>
              </a:defRPr>
            </a:lvl4pPr>
            <a:lvl5pPr lvl="4" algn="r" rtl="0">
              <a:spcBef>
                <a:spcPts val="0"/>
              </a:spcBef>
              <a:spcAft>
                <a:spcPts val="0"/>
              </a:spcAft>
              <a:buSzPts val="2800"/>
              <a:buNone/>
              <a:defRPr>
                <a:latin typeface="Roboto"/>
                <a:ea typeface="Roboto"/>
                <a:cs typeface="Roboto"/>
                <a:sym typeface="Roboto"/>
              </a:defRPr>
            </a:lvl5pPr>
            <a:lvl6pPr lvl="5" algn="r" rtl="0">
              <a:spcBef>
                <a:spcPts val="0"/>
              </a:spcBef>
              <a:spcAft>
                <a:spcPts val="0"/>
              </a:spcAft>
              <a:buSzPts val="2800"/>
              <a:buNone/>
              <a:defRPr>
                <a:latin typeface="Roboto"/>
                <a:ea typeface="Roboto"/>
                <a:cs typeface="Roboto"/>
                <a:sym typeface="Roboto"/>
              </a:defRPr>
            </a:lvl6pPr>
            <a:lvl7pPr lvl="6" algn="r" rtl="0">
              <a:spcBef>
                <a:spcPts val="0"/>
              </a:spcBef>
              <a:spcAft>
                <a:spcPts val="0"/>
              </a:spcAft>
              <a:buSzPts val="2800"/>
              <a:buNone/>
              <a:defRPr>
                <a:latin typeface="Roboto"/>
                <a:ea typeface="Roboto"/>
                <a:cs typeface="Roboto"/>
                <a:sym typeface="Roboto"/>
              </a:defRPr>
            </a:lvl7pPr>
            <a:lvl8pPr lvl="7" algn="r" rtl="0">
              <a:spcBef>
                <a:spcPts val="0"/>
              </a:spcBef>
              <a:spcAft>
                <a:spcPts val="0"/>
              </a:spcAft>
              <a:buSzPts val="2800"/>
              <a:buNone/>
              <a:defRPr>
                <a:latin typeface="Roboto"/>
                <a:ea typeface="Roboto"/>
                <a:cs typeface="Roboto"/>
                <a:sym typeface="Roboto"/>
              </a:defRPr>
            </a:lvl8pPr>
            <a:lvl9pPr lvl="8" algn="r" rtl="0">
              <a:spcBef>
                <a:spcPts val="0"/>
              </a:spcBef>
              <a:spcAft>
                <a:spcPts val="0"/>
              </a:spcAft>
              <a:buSzPts val="2800"/>
              <a:buNone/>
              <a:defRPr>
                <a:latin typeface="Roboto"/>
                <a:ea typeface="Roboto"/>
                <a:cs typeface="Roboto"/>
                <a:sym typeface="Roboto"/>
              </a:defRPr>
            </a:lvl9pPr>
          </a:lstStyle>
          <a:p>
            <a:endParaRPr/>
          </a:p>
        </p:txBody>
      </p:sp>
      <p:sp>
        <p:nvSpPr>
          <p:cNvPr id="41" name="Google Shape;41;p7"/>
          <p:cNvSpPr txBox="1">
            <a:spLocks noGrp="1"/>
          </p:cNvSpPr>
          <p:nvPr>
            <p:ph type="subTitle" idx="1"/>
          </p:nvPr>
        </p:nvSpPr>
        <p:spPr>
          <a:xfrm>
            <a:off x="856200" y="1957487"/>
            <a:ext cx="4770600" cy="2096100"/>
          </a:xfrm>
          <a:prstGeom prst="rect">
            <a:avLst/>
          </a:prstGeom>
        </p:spPr>
        <p:txBody>
          <a:bodyPr spcFirstLastPara="1" wrap="square" lIns="91425" tIns="91425" rIns="91425" bIns="91425" anchor="t" anchorCtr="0">
            <a:noAutofit/>
          </a:bodyPr>
          <a:lstStyle>
            <a:lvl1pPr marR="245595" lvl="0" rtl="0">
              <a:lnSpc>
                <a:spcPct val="100000"/>
              </a:lnSpc>
              <a:spcBef>
                <a:spcPts val="0"/>
              </a:spcBef>
              <a:spcAft>
                <a:spcPts val="0"/>
              </a:spcAft>
              <a:buClr>
                <a:schemeClr val="lt1"/>
              </a:buClr>
              <a:buSzPts val="1400"/>
              <a:buChar char="●"/>
              <a:defRPr/>
            </a:lvl1pPr>
            <a:lvl2pPr lvl="1" algn="r" rtl="0">
              <a:lnSpc>
                <a:spcPct val="100000"/>
              </a:lnSpc>
              <a:spcBef>
                <a:spcPts val="1600"/>
              </a:spcBef>
              <a:spcAft>
                <a:spcPts val="0"/>
              </a:spcAft>
              <a:buSzPts val="1400"/>
              <a:buChar char="○"/>
              <a:defRPr sz="2100"/>
            </a:lvl2pPr>
            <a:lvl3pPr lvl="2" algn="r" rtl="0">
              <a:lnSpc>
                <a:spcPct val="100000"/>
              </a:lnSpc>
              <a:spcBef>
                <a:spcPts val="0"/>
              </a:spcBef>
              <a:spcAft>
                <a:spcPts val="0"/>
              </a:spcAft>
              <a:buSzPts val="1400"/>
              <a:buChar char="■"/>
              <a:defRPr sz="2100"/>
            </a:lvl3pPr>
            <a:lvl4pPr lvl="3" algn="r" rtl="0">
              <a:lnSpc>
                <a:spcPct val="100000"/>
              </a:lnSpc>
              <a:spcBef>
                <a:spcPts val="0"/>
              </a:spcBef>
              <a:spcAft>
                <a:spcPts val="0"/>
              </a:spcAft>
              <a:buSzPts val="1400"/>
              <a:buChar char="●"/>
              <a:defRPr sz="2100"/>
            </a:lvl4pPr>
            <a:lvl5pPr lvl="4" algn="r" rtl="0">
              <a:lnSpc>
                <a:spcPct val="100000"/>
              </a:lnSpc>
              <a:spcBef>
                <a:spcPts val="0"/>
              </a:spcBef>
              <a:spcAft>
                <a:spcPts val="0"/>
              </a:spcAft>
              <a:buSzPts val="1400"/>
              <a:buChar char="○"/>
              <a:defRPr sz="2100"/>
            </a:lvl5pPr>
            <a:lvl6pPr lvl="5" algn="r" rtl="0">
              <a:lnSpc>
                <a:spcPct val="100000"/>
              </a:lnSpc>
              <a:spcBef>
                <a:spcPts val="0"/>
              </a:spcBef>
              <a:spcAft>
                <a:spcPts val="0"/>
              </a:spcAft>
              <a:buSzPts val="1400"/>
              <a:buChar char="■"/>
              <a:defRPr sz="2100"/>
            </a:lvl6pPr>
            <a:lvl7pPr lvl="6" algn="r" rtl="0">
              <a:lnSpc>
                <a:spcPct val="100000"/>
              </a:lnSpc>
              <a:spcBef>
                <a:spcPts val="0"/>
              </a:spcBef>
              <a:spcAft>
                <a:spcPts val="0"/>
              </a:spcAft>
              <a:buSzPts val="1400"/>
              <a:buChar char="●"/>
              <a:defRPr sz="2100"/>
            </a:lvl7pPr>
            <a:lvl8pPr lvl="7" algn="r" rtl="0">
              <a:lnSpc>
                <a:spcPct val="100000"/>
              </a:lnSpc>
              <a:spcBef>
                <a:spcPts val="0"/>
              </a:spcBef>
              <a:spcAft>
                <a:spcPts val="0"/>
              </a:spcAft>
              <a:buSzPts val="1400"/>
              <a:buChar char="○"/>
              <a:defRPr sz="2100"/>
            </a:lvl8pPr>
            <a:lvl9pPr lvl="8" algn="r" rtl="0">
              <a:lnSpc>
                <a:spcPct val="100000"/>
              </a:lnSpc>
              <a:spcBef>
                <a:spcPts val="0"/>
              </a:spcBef>
              <a:spcAft>
                <a:spcPts val="0"/>
              </a:spcAft>
              <a:buSzPts val="1400"/>
              <a:buChar char="■"/>
              <a:defRPr sz="2100"/>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42"/>
        <p:cNvGrpSpPr/>
        <p:nvPr/>
      </p:nvGrpSpPr>
      <p:grpSpPr>
        <a:xfrm>
          <a:off x="0" y="0"/>
          <a:ext cx="0" cy="0"/>
          <a:chOff x="0" y="0"/>
          <a:chExt cx="0" cy="0"/>
        </a:xfrm>
      </p:grpSpPr>
      <p:pic>
        <p:nvPicPr>
          <p:cNvPr id="43" name="Google Shape;43;p8"/>
          <p:cNvPicPr preferRelativeResize="0"/>
          <p:nvPr/>
        </p:nvPicPr>
        <p:blipFill>
          <a:blip r:embed="rId2">
            <a:alphaModFix/>
          </a:blip>
          <a:stretch>
            <a:fillRect/>
          </a:stretch>
        </p:blipFill>
        <p:spPr>
          <a:xfrm rot="10800000">
            <a:off x="0" y="0"/>
            <a:ext cx="9144000" cy="5143500"/>
          </a:xfrm>
          <a:prstGeom prst="rect">
            <a:avLst/>
          </a:prstGeom>
          <a:noFill/>
          <a:ln>
            <a:noFill/>
          </a:ln>
        </p:spPr>
      </p:pic>
      <p:sp>
        <p:nvSpPr>
          <p:cNvPr id="44" name="Google Shape;44;p8"/>
          <p:cNvSpPr/>
          <p:nvPr/>
        </p:nvSpPr>
        <p:spPr>
          <a:xfrm>
            <a:off x="1080650" y="2023725"/>
            <a:ext cx="6982800" cy="15819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45;p8"/>
          <p:cNvSpPr txBox="1">
            <a:spLocks noGrp="1"/>
          </p:cNvSpPr>
          <p:nvPr>
            <p:ph type="title"/>
          </p:nvPr>
        </p:nvSpPr>
        <p:spPr>
          <a:xfrm>
            <a:off x="1214600" y="1666800"/>
            <a:ext cx="6714900" cy="1891200"/>
          </a:xfrm>
          <a:prstGeom prst="rect">
            <a:avLst/>
          </a:prstGeom>
          <a:noFill/>
        </p:spPr>
        <p:txBody>
          <a:bodyPr spcFirstLastPara="1" wrap="square" lIns="91425" tIns="91425" rIns="91425" bIns="91425" anchor="ctr" anchorCtr="0">
            <a:noAutofit/>
          </a:bodyPr>
          <a:lstStyle>
            <a:lvl1pPr lvl="0" rtl="0">
              <a:spcBef>
                <a:spcPts val="0"/>
              </a:spcBef>
              <a:spcAft>
                <a:spcPts val="0"/>
              </a:spcAft>
              <a:buSzPts val="4800"/>
              <a:buNone/>
              <a:defRPr sz="7200"/>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6"/>
        <p:cNvGrpSpPr/>
        <p:nvPr/>
      </p:nvGrpSpPr>
      <p:grpSpPr>
        <a:xfrm>
          <a:off x="0" y="0"/>
          <a:ext cx="0" cy="0"/>
          <a:chOff x="0" y="0"/>
          <a:chExt cx="0" cy="0"/>
        </a:xfrm>
      </p:grpSpPr>
      <p:pic>
        <p:nvPicPr>
          <p:cNvPr id="47" name="Google Shape;47;p9"/>
          <p:cNvPicPr preferRelativeResize="0"/>
          <p:nvPr/>
        </p:nvPicPr>
        <p:blipFill>
          <a:blip r:embed="rId2">
            <a:alphaModFix/>
          </a:blip>
          <a:stretch>
            <a:fillRect/>
          </a:stretch>
        </p:blipFill>
        <p:spPr>
          <a:xfrm>
            <a:off x="0" y="0"/>
            <a:ext cx="9144000" cy="5143500"/>
          </a:xfrm>
          <a:prstGeom prst="rect">
            <a:avLst/>
          </a:prstGeom>
          <a:noFill/>
          <a:ln>
            <a:noFill/>
          </a:ln>
        </p:spPr>
      </p:pic>
      <p:sp>
        <p:nvSpPr>
          <p:cNvPr id="48" name="Google Shape;48;p9"/>
          <p:cNvSpPr/>
          <p:nvPr/>
        </p:nvSpPr>
        <p:spPr>
          <a:xfrm>
            <a:off x="720100" y="1363950"/>
            <a:ext cx="3990300" cy="24156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49;p9"/>
          <p:cNvSpPr txBox="1">
            <a:spLocks noGrp="1"/>
          </p:cNvSpPr>
          <p:nvPr>
            <p:ph type="title"/>
          </p:nvPr>
        </p:nvSpPr>
        <p:spPr>
          <a:xfrm>
            <a:off x="789300" y="1465850"/>
            <a:ext cx="3852000" cy="1083600"/>
          </a:xfrm>
          <a:prstGeom prst="rect">
            <a:avLst/>
          </a:prstGeom>
        </p:spPr>
        <p:txBody>
          <a:bodyPr spcFirstLastPara="1" wrap="square" lIns="91425" tIns="91425" rIns="91425" bIns="91425" anchor="b" anchorCtr="0">
            <a:noAutofit/>
          </a:bodyPr>
          <a:lstStyle>
            <a:lvl1pPr lvl="0" algn="r" rtl="0">
              <a:spcBef>
                <a:spcPts val="0"/>
              </a:spcBef>
              <a:spcAft>
                <a:spcPts val="0"/>
              </a:spcAft>
              <a:buSzPts val="3000"/>
              <a:buNone/>
              <a:defRPr/>
            </a:lvl1pPr>
            <a:lvl2pPr lvl="1" rtl="0">
              <a:spcBef>
                <a:spcPts val="0"/>
              </a:spcBef>
              <a:spcAft>
                <a:spcPts val="0"/>
              </a:spcAft>
              <a:buSzPts val="2800"/>
              <a:buNone/>
              <a:defRPr>
                <a:latin typeface="Roboto"/>
                <a:ea typeface="Roboto"/>
                <a:cs typeface="Roboto"/>
                <a:sym typeface="Roboto"/>
              </a:defRPr>
            </a:lvl2pPr>
            <a:lvl3pPr lvl="2" rtl="0">
              <a:spcBef>
                <a:spcPts val="0"/>
              </a:spcBef>
              <a:spcAft>
                <a:spcPts val="0"/>
              </a:spcAft>
              <a:buSzPts val="2800"/>
              <a:buNone/>
              <a:defRPr>
                <a:latin typeface="Roboto"/>
                <a:ea typeface="Roboto"/>
                <a:cs typeface="Roboto"/>
                <a:sym typeface="Roboto"/>
              </a:defRPr>
            </a:lvl3pPr>
            <a:lvl4pPr lvl="3" rtl="0">
              <a:spcBef>
                <a:spcPts val="0"/>
              </a:spcBef>
              <a:spcAft>
                <a:spcPts val="0"/>
              </a:spcAft>
              <a:buSzPts val="2800"/>
              <a:buNone/>
              <a:defRPr>
                <a:latin typeface="Roboto"/>
                <a:ea typeface="Roboto"/>
                <a:cs typeface="Roboto"/>
                <a:sym typeface="Roboto"/>
              </a:defRPr>
            </a:lvl4pPr>
            <a:lvl5pPr lvl="4" rtl="0">
              <a:spcBef>
                <a:spcPts val="0"/>
              </a:spcBef>
              <a:spcAft>
                <a:spcPts val="0"/>
              </a:spcAft>
              <a:buSzPts val="2800"/>
              <a:buNone/>
              <a:defRPr>
                <a:latin typeface="Roboto"/>
                <a:ea typeface="Roboto"/>
                <a:cs typeface="Roboto"/>
                <a:sym typeface="Roboto"/>
              </a:defRPr>
            </a:lvl5pPr>
            <a:lvl6pPr lvl="5" rtl="0">
              <a:spcBef>
                <a:spcPts val="0"/>
              </a:spcBef>
              <a:spcAft>
                <a:spcPts val="0"/>
              </a:spcAft>
              <a:buSzPts val="2800"/>
              <a:buNone/>
              <a:defRPr>
                <a:latin typeface="Roboto"/>
                <a:ea typeface="Roboto"/>
                <a:cs typeface="Roboto"/>
                <a:sym typeface="Roboto"/>
              </a:defRPr>
            </a:lvl6pPr>
            <a:lvl7pPr lvl="6" rtl="0">
              <a:spcBef>
                <a:spcPts val="0"/>
              </a:spcBef>
              <a:spcAft>
                <a:spcPts val="0"/>
              </a:spcAft>
              <a:buSzPts val="2800"/>
              <a:buNone/>
              <a:defRPr>
                <a:latin typeface="Roboto"/>
                <a:ea typeface="Roboto"/>
                <a:cs typeface="Roboto"/>
                <a:sym typeface="Roboto"/>
              </a:defRPr>
            </a:lvl7pPr>
            <a:lvl8pPr lvl="7" rtl="0">
              <a:spcBef>
                <a:spcPts val="0"/>
              </a:spcBef>
              <a:spcAft>
                <a:spcPts val="0"/>
              </a:spcAft>
              <a:buSzPts val="2800"/>
              <a:buNone/>
              <a:defRPr>
                <a:latin typeface="Roboto"/>
                <a:ea typeface="Roboto"/>
                <a:cs typeface="Roboto"/>
                <a:sym typeface="Roboto"/>
              </a:defRPr>
            </a:lvl8pPr>
            <a:lvl9pPr lvl="8" rtl="0">
              <a:spcBef>
                <a:spcPts val="0"/>
              </a:spcBef>
              <a:spcAft>
                <a:spcPts val="0"/>
              </a:spcAft>
              <a:buSzPts val="2800"/>
              <a:buNone/>
              <a:defRPr>
                <a:latin typeface="Roboto"/>
                <a:ea typeface="Roboto"/>
                <a:cs typeface="Roboto"/>
                <a:sym typeface="Roboto"/>
              </a:defRPr>
            </a:lvl9pPr>
          </a:lstStyle>
          <a:p>
            <a:endParaRPr/>
          </a:p>
        </p:txBody>
      </p:sp>
      <p:sp>
        <p:nvSpPr>
          <p:cNvPr id="50" name="Google Shape;50;p9"/>
          <p:cNvSpPr txBox="1">
            <a:spLocks noGrp="1"/>
          </p:cNvSpPr>
          <p:nvPr>
            <p:ph type="subTitle" idx="1"/>
          </p:nvPr>
        </p:nvSpPr>
        <p:spPr>
          <a:xfrm>
            <a:off x="789200" y="2813625"/>
            <a:ext cx="3852000" cy="7464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Clr>
                <a:srgbClr val="5B595B"/>
              </a:buClr>
              <a:buSzPts val="1400"/>
              <a:buFont typeface="Lato"/>
              <a:buChar char="●"/>
              <a:defRPr/>
            </a:lvl1pPr>
            <a:lvl2pPr lvl="1" algn="ctr" rtl="0">
              <a:lnSpc>
                <a:spcPct val="100000"/>
              </a:lnSpc>
              <a:spcBef>
                <a:spcPts val="0"/>
              </a:spcBef>
              <a:spcAft>
                <a:spcPts val="0"/>
              </a:spcAft>
              <a:buClr>
                <a:srgbClr val="5B595B"/>
              </a:buClr>
              <a:buSzPts val="1400"/>
              <a:buFont typeface="Lato"/>
              <a:buChar char="○"/>
              <a:defRPr sz="2100"/>
            </a:lvl2pPr>
            <a:lvl3pPr lvl="2" algn="ctr" rtl="0">
              <a:lnSpc>
                <a:spcPct val="100000"/>
              </a:lnSpc>
              <a:spcBef>
                <a:spcPts val="0"/>
              </a:spcBef>
              <a:spcAft>
                <a:spcPts val="0"/>
              </a:spcAft>
              <a:buClr>
                <a:srgbClr val="5B595B"/>
              </a:buClr>
              <a:buSzPts val="1400"/>
              <a:buFont typeface="Lato"/>
              <a:buChar char="■"/>
              <a:defRPr sz="2100"/>
            </a:lvl3pPr>
            <a:lvl4pPr lvl="3" algn="ctr" rtl="0">
              <a:lnSpc>
                <a:spcPct val="100000"/>
              </a:lnSpc>
              <a:spcBef>
                <a:spcPts val="0"/>
              </a:spcBef>
              <a:spcAft>
                <a:spcPts val="0"/>
              </a:spcAft>
              <a:buClr>
                <a:srgbClr val="5B595B"/>
              </a:buClr>
              <a:buSzPts val="1400"/>
              <a:buFont typeface="Lato"/>
              <a:buChar char="●"/>
              <a:defRPr sz="2100"/>
            </a:lvl4pPr>
            <a:lvl5pPr lvl="4" algn="ctr" rtl="0">
              <a:lnSpc>
                <a:spcPct val="100000"/>
              </a:lnSpc>
              <a:spcBef>
                <a:spcPts val="0"/>
              </a:spcBef>
              <a:spcAft>
                <a:spcPts val="0"/>
              </a:spcAft>
              <a:buClr>
                <a:srgbClr val="5B595B"/>
              </a:buClr>
              <a:buSzPts val="1400"/>
              <a:buFont typeface="Lato"/>
              <a:buChar char="○"/>
              <a:defRPr sz="2100"/>
            </a:lvl5pPr>
            <a:lvl6pPr lvl="5" algn="ctr" rtl="0">
              <a:lnSpc>
                <a:spcPct val="100000"/>
              </a:lnSpc>
              <a:spcBef>
                <a:spcPts val="0"/>
              </a:spcBef>
              <a:spcAft>
                <a:spcPts val="0"/>
              </a:spcAft>
              <a:buClr>
                <a:srgbClr val="5B595B"/>
              </a:buClr>
              <a:buSzPts val="1400"/>
              <a:buFont typeface="Lato"/>
              <a:buChar char="■"/>
              <a:defRPr sz="2100"/>
            </a:lvl6pPr>
            <a:lvl7pPr lvl="6" algn="ctr" rtl="0">
              <a:lnSpc>
                <a:spcPct val="100000"/>
              </a:lnSpc>
              <a:spcBef>
                <a:spcPts val="0"/>
              </a:spcBef>
              <a:spcAft>
                <a:spcPts val="0"/>
              </a:spcAft>
              <a:buClr>
                <a:srgbClr val="5B595B"/>
              </a:buClr>
              <a:buSzPts val="1400"/>
              <a:buFont typeface="Lato"/>
              <a:buChar char="●"/>
              <a:defRPr sz="2100"/>
            </a:lvl7pPr>
            <a:lvl8pPr lvl="7" algn="ctr" rtl="0">
              <a:lnSpc>
                <a:spcPct val="100000"/>
              </a:lnSpc>
              <a:spcBef>
                <a:spcPts val="0"/>
              </a:spcBef>
              <a:spcAft>
                <a:spcPts val="0"/>
              </a:spcAft>
              <a:buClr>
                <a:srgbClr val="5B595B"/>
              </a:buClr>
              <a:buSzPts val="1400"/>
              <a:buFont typeface="Lato"/>
              <a:buChar char="○"/>
              <a:defRPr sz="2100"/>
            </a:lvl8pPr>
            <a:lvl9pPr lvl="8" algn="ctr" rtl="0">
              <a:lnSpc>
                <a:spcPct val="100000"/>
              </a:lnSpc>
              <a:spcBef>
                <a:spcPts val="0"/>
              </a:spcBef>
              <a:spcAft>
                <a:spcPts val="0"/>
              </a:spcAft>
              <a:buClr>
                <a:srgbClr val="5B595B"/>
              </a:buClr>
              <a:buSzPts val="1400"/>
              <a:buFont typeface="Lato"/>
              <a:buChar char="■"/>
              <a:defRPr sz="2100"/>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1"/>
        <p:cNvGrpSpPr/>
        <p:nvPr/>
      </p:nvGrpSpPr>
      <p:grpSpPr>
        <a:xfrm>
          <a:off x="0" y="0"/>
          <a:ext cx="0" cy="0"/>
          <a:chOff x="0" y="0"/>
          <a:chExt cx="0" cy="0"/>
        </a:xfrm>
      </p:grpSpPr>
      <p:sp>
        <p:nvSpPr>
          <p:cNvPr id="52" name="Google Shape;52;p10"/>
          <p:cNvSpPr/>
          <p:nvPr/>
        </p:nvSpPr>
        <p:spPr>
          <a:xfrm>
            <a:off x="720100" y="540000"/>
            <a:ext cx="2937900" cy="16443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53;p10"/>
          <p:cNvSpPr txBox="1">
            <a:spLocks noGrp="1"/>
          </p:cNvSpPr>
          <p:nvPr>
            <p:ph type="title"/>
          </p:nvPr>
        </p:nvSpPr>
        <p:spPr>
          <a:xfrm>
            <a:off x="750700" y="624250"/>
            <a:ext cx="2876700" cy="9312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4"/>
        <p:cNvGrpSpPr/>
        <p:nvPr/>
      </p:nvGrpSpPr>
      <p:grpSpPr>
        <a:xfrm>
          <a:off x="0" y="0"/>
          <a:ext cx="0" cy="0"/>
          <a:chOff x="0" y="0"/>
          <a:chExt cx="0" cy="0"/>
        </a:xfrm>
      </p:grpSpPr>
      <p:pic>
        <p:nvPicPr>
          <p:cNvPr id="55" name="Google Shape;55;p11"/>
          <p:cNvPicPr preferRelativeResize="0"/>
          <p:nvPr/>
        </p:nvPicPr>
        <p:blipFill>
          <a:blip r:embed="rId2">
            <a:alphaModFix/>
          </a:blip>
          <a:stretch>
            <a:fillRect/>
          </a:stretch>
        </p:blipFill>
        <p:spPr>
          <a:xfrm>
            <a:off x="0" y="0"/>
            <a:ext cx="9144000" cy="5143500"/>
          </a:xfrm>
          <a:prstGeom prst="rect">
            <a:avLst/>
          </a:prstGeom>
          <a:noFill/>
          <a:ln>
            <a:noFill/>
          </a:ln>
        </p:spPr>
      </p:pic>
      <p:sp>
        <p:nvSpPr>
          <p:cNvPr id="56" name="Google Shape;56;p11"/>
          <p:cNvSpPr/>
          <p:nvPr/>
        </p:nvSpPr>
        <p:spPr>
          <a:xfrm>
            <a:off x="1547850" y="1374300"/>
            <a:ext cx="6034200" cy="24282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57;p11"/>
          <p:cNvSpPr txBox="1">
            <a:spLocks noGrp="1"/>
          </p:cNvSpPr>
          <p:nvPr>
            <p:ph type="title" hasCustomPrompt="1"/>
          </p:nvPr>
        </p:nvSpPr>
        <p:spPr>
          <a:xfrm>
            <a:off x="1950275" y="1374300"/>
            <a:ext cx="5243400" cy="1389600"/>
          </a:xfrm>
          <a:prstGeom prst="rect">
            <a:avLst/>
          </a:prstGeom>
          <a:noFill/>
        </p:spPr>
        <p:txBody>
          <a:bodyPr spcFirstLastPara="1" wrap="square" lIns="91425" tIns="91425" rIns="91425" bIns="91425" anchor="ctr" anchorCtr="0">
            <a:noAutofit/>
          </a:bodyPr>
          <a:lstStyle>
            <a:lvl1pPr lvl="0" algn="ctr" rtl="0">
              <a:spcBef>
                <a:spcPts val="0"/>
              </a:spcBef>
              <a:spcAft>
                <a:spcPts val="0"/>
              </a:spcAft>
              <a:buSzPts val="7200"/>
              <a:buNone/>
              <a:defRPr sz="9600"/>
            </a:lvl1pPr>
            <a:lvl2pPr lvl="1" algn="ctr" rtl="0">
              <a:spcBef>
                <a:spcPts val="0"/>
              </a:spcBef>
              <a:spcAft>
                <a:spcPts val="0"/>
              </a:spcAft>
              <a:buSzPts val="12000"/>
              <a:buNone/>
              <a:defRPr sz="12000"/>
            </a:lvl2pPr>
            <a:lvl3pPr lvl="2" algn="ctr" rtl="0">
              <a:spcBef>
                <a:spcPts val="0"/>
              </a:spcBef>
              <a:spcAft>
                <a:spcPts val="0"/>
              </a:spcAft>
              <a:buSzPts val="12000"/>
              <a:buNone/>
              <a:defRPr sz="12000"/>
            </a:lvl3pPr>
            <a:lvl4pPr lvl="3" algn="ctr" rtl="0">
              <a:spcBef>
                <a:spcPts val="0"/>
              </a:spcBef>
              <a:spcAft>
                <a:spcPts val="0"/>
              </a:spcAft>
              <a:buSzPts val="12000"/>
              <a:buNone/>
              <a:defRPr sz="12000"/>
            </a:lvl4pPr>
            <a:lvl5pPr lvl="4" algn="ctr" rtl="0">
              <a:spcBef>
                <a:spcPts val="0"/>
              </a:spcBef>
              <a:spcAft>
                <a:spcPts val="0"/>
              </a:spcAft>
              <a:buSzPts val="12000"/>
              <a:buNone/>
              <a:defRPr sz="12000"/>
            </a:lvl5pPr>
            <a:lvl6pPr lvl="5" algn="ctr" rtl="0">
              <a:spcBef>
                <a:spcPts val="0"/>
              </a:spcBef>
              <a:spcAft>
                <a:spcPts val="0"/>
              </a:spcAft>
              <a:buSzPts val="12000"/>
              <a:buNone/>
              <a:defRPr sz="12000"/>
            </a:lvl6pPr>
            <a:lvl7pPr lvl="6" algn="ctr" rtl="0">
              <a:spcBef>
                <a:spcPts val="0"/>
              </a:spcBef>
              <a:spcAft>
                <a:spcPts val="0"/>
              </a:spcAft>
              <a:buSzPts val="12000"/>
              <a:buNone/>
              <a:defRPr sz="12000"/>
            </a:lvl7pPr>
            <a:lvl8pPr lvl="7" algn="ctr" rtl="0">
              <a:spcBef>
                <a:spcPts val="0"/>
              </a:spcBef>
              <a:spcAft>
                <a:spcPts val="0"/>
              </a:spcAft>
              <a:buSzPts val="12000"/>
              <a:buNone/>
              <a:defRPr sz="12000"/>
            </a:lvl8pPr>
            <a:lvl9pPr lvl="8" algn="ctr" rtl="0">
              <a:spcBef>
                <a:spcPts val="0"/>
              </a:spcBef>
              <a:spcAft>
                <a:spcPts val="0"/>
              </a:spcAft>
              <a:buSzPts val="12000"/>
              <a:buNone/>
              <a:defRPr sz="12000"/>
            </a:lvl9pPr>
          </a:lstStyle>
          <a:p>
            <a:r>
              <a:t>xx%</a:t>
            </a:r>
          </a:p>
        </p:txBody>
      </p:sp>
      <p:sp>
        <p:nvSpPr>
          <p:cNvPr id="58" name="Google Shape;58;p11"/>
          <p:cNvSpPr txBox="1">
            <a:spLocks noGrp="1"/>
          </p:cNvSpPr>
          <p:nvPr>
            <p:ph type="body" idx="1"/>
          </p:nvPr>
        </p:nvSpPr>
        <p:spPr>
          <a:xfrm>
            <a:off x="2143250" y="3131751"/>
            <a:ext cx="4857300" cy="387000"/>
          </a:xfrm>
          <a:prstGeom prst="rect">
            <a:avLst/>
          </a:prstGeom>
          <a:solidFill>
            <a:schemeClr val="lt2"/>
          </a:solidFill>
        </p:spPr>
        <p:txBody>
          <a:bodyPr spcFirstLastPara="1" wrap="square" lIns="91425" tIns="91425" rIns="91425" bIns="91425" anchor="ctr" anchorCtr="0">
            <a:noAutofit/>
          </a:bodyPr>
          <a:lstStyle>
            <a:lvl1pPr marL="457200" lvl="0" indent="-317500" algn="ctr" rtl="0">
              <a:spcBef>
                <a:spcPts val="0"/>
              </a:spcBef>
              <a:spcAft>
                <a:spcPts val="0"/>
              </a:spcAft>
              <a:buSzPts val="1400"/>
              <a:buChar char="●"/>
              <a:defRPr sz="1600">
                <a:solidFill>
                  <a:schemeClr val="dk2"/>
                </a:solidFill>
              </a:defRPr>
            </a:lvl1pPr>
            <a:lvl2pPr marL="914400" lvl="1" indent="-317500" algn="ctr" rtl="0">
              <a:spcBef>
                <a:spcPts val="0"/>
              </a:spcBef>
              <a:spcAft>
                <a:spcPts val="0"/>
              </a:spcAft>
              <a:buSzPts val="1400"/>
              <a:buChar char="○"/>
              <a:defRPr/>
            </a:lvl2pPr>
            <a:lvl3pPr marL="1371600" lvl="2" indent="-317500" algn="ctr" rtl="0">
              <a:spcBef>
                <a:spcPts val="0"/>
              </a:spcBef>
              <a:spcAft>
                <a:spcPts val="0"/>
              </a:spcAft>
              <a:buSzPts val="1400"/>
              <a:buChar char="■"/>
              <a:defRPr/>
            </a:lvl3pPr>
            <a:lvl4pPr marL="1828800" lvl="3" indent="-317500" algn="ctr" rtl="0">
              <a:spcBef>
                <a:spcPts val="0"/>
              </a:spcBef>
              <a:spcAft>
                <a:spcPts val="0"/>
              </a:spcAft>
              <a:buSzPts val="1400"/>
              <a:buChar char="●"/>
              <a:defRPr/>
            </a:lvl4pPr>
            <a:lvl5pPr marL="2286000" lvl="4" indent="-317500" algn="ctr" rtl="0">
              <a:spcBef>
                <a:spcPts val="0"/>
              </a:spcBef>
              <a:spcAft>
                <a:spcPts val="0"/>
              </a:spcAft>
              <a:buSzPts val="1400"/>
              <a:buChar char="○"/>
              <a:defRPr/>
            </a:lvl5pPr>
            <a:lvl6pPr marL="2743200" lvl="5" indent="-317500" algn="ctr" rtl="0">
              <a:spcBef>
                <a:spcPts val="0"/>
              </a:spcBef>
              <a:spcAft>
                <a:spcPts val="0"/>
              </a:spcAft>
              <a:buSzPts val="1400"/>
              <a:buChar char="■"/>
              <a:defRPr/>
            </a:lvl6pPr>
            <a:lvl7pPr marL="3200400" lvl="6" indent="-317500" algn="ctr" rtl="0">
              <a:spcBef>
                <a:spcPts val="0"/>
              </a:spcBef>
              <a:spcAft>
                <a:spcPts val="0"/>
              </a:spcAft>
              <a:buSzPts val="1400"/>
              <a:buChar char="●"/>
              <a:defRPr/>
            </a:lvl7pPr>
            <a:lvl8pPr marL="3657600" lvl="7" indent="-317500" algn="ctr" rtl="0">
              <a:spcBef>
                <a:spcPts val="0"/>
              </a:spcBef>
              <a:spcAft>
                <a:spcPts val="0"/>
              </a:spcAft>
              <a:buSzPts val="1400"/>
              <a:buChar char="○"/>
              <a:defRPr/>
            </a:lvl8pPr>
            <a:lvl9pPr marL="4114800" lvl="8" indent="-317500" algn="ctr" rtl="0">
              <a:spcBef>
                <a:spcPts val="0"/>
              </a:spcBef>
              <a:spcAft>
                <a:spcPts val="0"/>
              </a:spcAft>
              <a:buSzPts val="1400"/>
              <a:buChar char="■"/>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bg>
      <p:bgPr>
        <a:solidFill>
          <a:schemeClr val="accent5"/>
        </a:solidFill>
        <a:effectLst/>
      </p:bgPr>
    </p:bg>
    <p:spTree>
      <p:nvGrpSpPr>
        <p:cNvPr id="1" name="Shape 59"/>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able of contents">
  <p:cSld name="CUSTOM_1">
    <p:spTree>
      <p:nvGrpSpPr>
        <p:cNvPr id="1" name="Shape 60"/>
        <p:cNvGrpSpPr/>
        <p:nvPr/>
      </p:nvGrpSpPr>
      <p:grpSpPr>
        <a:xfrm>
          <a:off x="0" y="0"/>
          <a:ext cx="0" cy="0"/>
          <a:chOff x="0" y="0"/>
          <a:chExt cx="0" cy="0"/>
        </a:xfrm>
      </p:grpSpPr>
      <p:pic>
        <p:nvPicPr>
          <p:cNvPr id="61" name="Google Shape;61;p13"/>
          <p:cNvPicPr preferRelativeResize="0"/>
          <p:nvPr/>
        </p:nvPicPr>
        <p:blipFill>
          <a:blip r:embed="rId2">
            <a:alphaModFix/>
          </a:blip>
          <a:stretch>
            <a:fillRect/>
          </a:stretch>
        </p:blipFill>
        <p:spPr>
          <a:xfrm flipH="1">
            <a:off x="50" y="0"/>
            <a:ext cx="9144000" cy="5143500"/>
          </a:xfrm>
          <a:prstGeom prst="rect">
            <a:avLst/>
          </a:prstGeom>
          <a:noFill/>
          <a:ln>
            <a:noFill/>
          </a:ln>
        </p:spPr>
      </p:pic>
      <p:sp>
        <p:nvSpPr>
          <p:cNvPr id="62" name="Google Shape;62;p13"/>
          <p:cNvSpPr/>
          <p:nvPr/>
        </p:nvSpPr>
        <p:spPr>
          <a:xfrm>
            <a:off x="710100" y="1276925"/>
            <a:ext cx="7717800" cy="32292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63;p13"/>
          <p:cNvSpPr txBox="1">
            <a:spLocks noGrp="1"/>
          </p:cNvSpPr>
          <p:nvPr>
            <p:ph type="title"/>
          </p:nvPr>
        </p:nvSpPr>
        <p:spPr>
          <a:xfrm>
            <a:off x="713150" y="540000"/>
            <a:ext cx="7717800" cy="477600"/>
          </a:xfrm>
          <a:prstGeom prst="rect">
            <a:avLst/>
          </a:prstGeom>
          <a:solidFill>
            <a:srgbClr val="000000">
              <a:alpha val="67590"/>
            </a:srgbClr>
          </a:solidFill>
        </p:spPr>
        <p:txBody>
          <a:bodyPr spcFirstLastPara="1" wrap="square" lIns="91425" tIns="91425" rIns="91425" bIns="91425" anchor="ctr" anchorCtr="0">
            <a:noAutofit/>
          </a:bodyPr>
          <a:lstStyle>
            <a:lvl1pPr lvl="0" rtl="0">
              <a:spcBef>
                <a:spcPts val="0"/>
              </a:spcBef>
              <a:spcAft>
                <a:spcPts val="0"/>
              </a:spcAft>
              <a:buSzPts val="3000"/>
              <a:buNone/>
              <a:defRPr/>
            </a:lvl1pPr>
            <a:lvl2pPr lvl="1" rtl="0">
              <a:spcBef>
                <a:spcPts val="0"/>
              </a:spcBef>
              <a:spcAft>
                <a:spcPts val="0"/>
              </a:spcAft>
              <a:buClr>
                <a:schemeClr val="dk2"/>
              </a:buClr>
              <a:buSzPts val="2800"/>
              <a:buNone/>
              <a:defRPr>
                <a:solidFill>
                  <a:schemeClr val="dk2"/>
                </a:solidFill>
                <a:latin typeface="Roboto"/>
                <a:ea typeface="Roboto"/>
                <a:cs typeface="Roboto"/>
                <a:sym typeface="Roboto"/>
              </a:defRPr>
            </a:lvl2pPr>
            <a:lvl3pPr lvl="2" rtl="0">
              <a:spcBef>
                <a:spcPts val="0"/>
              </a:spcBef>
              <a:spcAft>
                <a:spcPts val="0"/>
              </a:spcAft>
              <a:buClr>
                <a:schemeClr val="dk2"/>
              </a:buClr>
              <a:buSzPts val="2800"/>
              <a:buNone/>
              <a:defRPr>
                <a:solidFill>
                  <a:schemeClr val="dk2"/>
                </a:solidFill>
                <a:latin typeface="Roboto"/>
                <a:ea typeface="Roboto"/>
                <a:cs typeface="Roboto"/>
                <a:sym typeface="Roboto"/>
              </a:defRPr>
            </a:lvl3pPr>
            <a:lvl4pPr lvl="3" rtl="0">
              <a:spcBef>
                <a:spcPts val="0"/>
              </a:spcBef>
              <a:spcAft>
                <a:spcPts val="0"/>
              </a:spcAft>
              <a:buClr>
                <a:schemeClr val="dk2"/>
              </a:buClr>
              <a:buSzPts val="2800"/>
              <a:buNone/>
              <a:defRPr>
                <a:solidFill>
                  <a:schemeClr val="dk2"/>
                </a:solidFill>
                <a:latin typeface="Roboto"/>
                <a:ea typeface="Roboto"/>
                <a:cs typeface="Roboto"/>
                <a:sym typeface="Roboto"/>
              </a:defRPr>
            </a:lvl4pPr>
            <a:lvl5pPr lvl="4" rtl="0">
              <a:spcBef>
                <a:spcPts val="0"/>
              </a:spcBef>
              <a:spcAft>
                <a:spcPts val="0"/>
              </a:spcAft>
              <a:buClr>
                <a:schemeClr val="dk2"/>
              </a:buClr>
              <a:buSzPts val="2800"/>
              <a:buNone/>
              <a:defRPr>
                <a:solidFill>
                  <a:schemeClr val="dk2"/>
                </a:solidFill>
                <a:latin typeface="Roboto"/>
                <a:ea typeface="Roboto"/>
                <a:cs typeface="Roboto"/>
                <a:sym typeface="Roboto"/>
              </a:defRPr>
            </a:lvl5pPr>
            <a:lvl6pPr lvl="5" rtl="0">
              <a:spcBef>
                <a:spcPts val="0"/>
              </a:spcBef>
              <a:spcAft>
                <a:spcPts val="0"/>
              </a:spcAft>
              <a:buClr>
                <a:schemeClr val="dk2"/>
              </a:buClr>
              <a:buSzPts val="2800"/>
              <a:buNone/>
              <a:defRPr>
                <a:solidFill>
                  <a:schemeClr val="dk2"/>
                </a:solidFill>
                <a:latin typeface="Roboto"/>
                <a:ea typeface="Roboto"/>
                <a:cs typeface="Roboto"/>
                <a:sym typeface="Roboto"/>
              </a:defRPr>
            </a:lvl6pPr>
            <a:lvl7pPr lvl="6" rtl="0">
              <a:spcBef>
                <a:spcPts val="0"/>
              </a:spcBef>
              <a:spcAft>
                <a:spcPts val="0"/>
              </a:spcAft>
              <a:buClr>
                <a:schemeClr val="dk2"/>
              </a:buClr>
              <a:buSzPts val="2800"/>
              <a:buNone/>
              <a:defRPr>
                <a:solidFill>
                  <a:schemeClr val="dk2"/>
                </a:solidFill>
                <a:latin typeface="Roboto"/>
                <a:ea typeface="Roboto"/>
                <a:cs typeface="Roboto"/>
                <a:sym typeface="Roboto"/>
              </a:defRPr>
            </a:lvl7pPr>
            <a:lvl8pPr lvl="7" rtl="0">
              <a:spcBef>
                <a:spcPts val="0"/>
              </a:spcBef>
              <a:spcAft>
                <a:spcPts val="0"/>
              </a:spcAft>
              <a:buClr>
                <a:schemeClr val="dk2"/>
              </a:buClr>
              <a:buSzPts val="2800"/>
              <a:buNone/>
              <a:defRPr>
                <a:solidFill>
                  <a:schemeClr val="dk2"/>
                </a:solidFill>
                <a:latin typeface="Roboto"/>
                <a:ea typeface="Roboto"/>
                <a:cs typeface="Roboto"/>
                <a:sym typeface="Roboto"/>
              </a:defRPr>
            </a:lvl8pPr>
            <a:lvl9pPr lvl="8" rtl="0">
              <a:spcBef>
                <a:spcPts val="0"/>
              </a:spcBef>
              <a:spcAft>
                <a:spcPts val="0"/>
              </a:spcAft>
              <a:buClr>
                <a:schemeClr val="dk2"/>
              </a:buClr>
              <a:buSzPts val="2800"/>
              <a:buNone/>
              <a:defRPr>
                <a:solidFill>
                  <a:schemeClr val="dk2"/>
                </a:solidFill>
                <a:latin typeface="Roboto"/>
                <a:ea typeface="Roboto"/>
                <a:cs typeface="Roboto"/>
                <a:sym typeface="Roboto"/>
              </a:defRPr>
            </a:lvl9pPr>
          </a:lstStyle>
          <a:p>
            <a:endParaRPr/>
          </a:p>
        </p:txBody>
      </p:sp>
      <p:sp>
        <p:nvSpPr>
          <p:cNvPr id="64" name="Google Shape;64;p13"/>
          <p:cNvSpPr txBox="1">
            <a:spLocks noGrp="1"/>
          </p:cNvSpPr>
          <p:nvPr>
            <p:ph type="subTitle" idx="1"/>
          </p:nvPr>
        </p:nvSpPr>
        <p:spPr>
          <a:xfrm>
            <a:off x="908374" y="2251133"/>
            <a:ext cx="2382300" cy="5019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65" name="Google Shape;65;p13"/>
          <p:cNvSpPr txBox="1">
            <a:spLocks noGrp="1"/>
          </p:cNvSpPr>
          <p:nvPr>
            <p:ph type="title" idx="2" hasCustomPrompt="1"/>
          </p:nvPr>
        </p:nvSpPr>
        <p:spPr>
          <a:xfrm>
            <a:off x="1720375" y="1582348"/>
            <a:ext cx="758400" cy="283200"/>
          </a:xfrm>
          <a:prstGeom prst="rect">
            <a:avLst/>
          </a:prstGeom>
          <a:solidFill>
            <a:schemeClr val="lt2"/>
          </a:solidFill>
        </p:spPr>
        <p:txBody>
          <a:bodyPr spcFirstLastPara="1" wrap="square" lIns="91425" tIns="91425" rIns="91425" bIns="91425" anchor="ctr" anchorCtr="0">
            <a:noAutofit/>
          </a:bodyPr>
          <a:lstStyle>
            <a:lvl1pPr lvl="0" algn="ctr" rtl="0">
              <a:spcBef>
                <a:spcPts val="0"/>
              </a:spcBef>
              <a:spcAft>
                <a:spcPts val="0"/>
              </a:spcAft>
              <a:buSzPts val="4800"/>
              <a:buNone/>
              <a:defRPr sz="3000">
                <a:solidFill>
                  <a:schemeClr val="dk2"/>
                </a:solidFill>
              </a:defRPr>
            </a:lvl1pPr>
            <a:lvl2pPr lvl="1" algn="ctr" rtl="0">
              <a:spcBef>
                <a:spcPts val="0"/>
              </a:spcBef>
              <a:spcAft>
                <a:spcPts val="0"/>
              </a:spcAft>
              <a:buClr>
                <a:schemeClr val="dk2"/>
              </a:buClr>
              <a:buSzPts val="12000"/>
              <a:buNone/>
              <a:defRPr sz="12000">
                <a:solidFill>
                  <a:schemeClr val="dk2"/>
                </a:solidFill>
              </a:defRPr>
            </a:lvl2pPr>
            <a:lvl3pPr lvl="2" algn="ctr" rtl="0">
              <a:spcBef>
                <a:spcPts val="0"/>
              </a:spcBef>
              <a:spcAft>
                <a:spcPts val="0"/>
              </a:spcAft>
              <a:buClr>
                <a:schemeClr val="dk2"/>
              </a:buClr>
              <a:buSzPts val="12000"/>
              <a:buNone/>
              <a:defRPr sz="12000">
                <a:solidFill>
                  <a:schemeClr val="dk2"/>
                </a:solidFill>
              </a:defRPr>
            </a:lvl3pPr>
            <a:lvl4pPr lvl="3" algn="ctr" rtl="0">
              <a:spcBef>
                <a:spcPts val="0"/>
              </a:spcBef>
              <a:spcAft>
                <a:spcPts val="0"/>
              </a:spcAft>
              <a:buClr>
                <a:schemeClr val="dk2"/>
              </a:buClr>
              <a:buSzPts val="12000"/>
              <a:buNone/>
              <a:defRPr sz="12000">
                <a:solidFill>
                  <a:schemeClr val="dk2"/>
                </a:solidFill>
              </a:defRPr>
            </a:lvl4pPr>
            <a:lvl5pPr lvl="4" algn="ctr" rtl="0">
              <a:spcBef>
                <a:spcPts val="0"/>
              </a:spcBef>
              <a:spcAft>
                <a:spcPts val="0"/>
              </a:spcAft>
              <a:buClr>
                <a:schemeClr val="dk2"/>
              </a:buClr>
              <a:buSzPts val="12000"/>
              <a:buNone/>
              <a:defRPr sz="12000">
                <a:solidFill>
                  <a:schemeClr val="dk2"/>
                </a:solidFill>
              </a:defRPr>
            </a:lvl5pPr>
            <a:lvl6pPr lvl="5" algn="ctr" rtl="0">
              <a:spcBef>
                <a:spcPts val="0"/>
              </a:spcBef>
              <a:spcAft>
                <a:spcPts val="0"/>
              </a:spcAft>
              <a:buClr>
                <a:schemeClr val="dk2"/>
              </a:buClr>
              <a:buSzPts val="12000"/>
              <a:buNone/>
              <a:defRPr sz="12000">
                <a:solidFill>
                  <a:schemeClr val="dk2"/>
                </a:solidFill>
              </a:defRPr>
            </a:lvl6pPr>
            <a:lvl7pPr lvl="6" algn="ctr" rtl="0">
              <a:spcBef>
                <a:spcPts val="0"/>
              </a:spcBef>
              <a:spcAft>
                <a:spcPts val="0"/>
              </a:spcAft>
              <a:buClr>
                <a:schemeClr val="dk2"/>
              </a:buClr>
              <a:buSzPts val="12000"/>
              <a:buNone/>
              <a:defRPr sz="12000">
                <a:solidFill>
                  <a:schemeClr val="dk2"/>
                </a:solidFill>
              </a:defRPr>
            </a:lvl7pPr>
            <a:lvl8pPr lvl="7" algn="ctr" rtl="0">
              <a:spcBef>
                <a:spcPts val="0"/>
              </a:spcBef>
              <a:spcAft>
                <a:spcPts val="0"/>
              </a:spcAft>
              <a:buClr>
                <a:schemeClr val="dk2"/>
              </a:buClr>
              <a:buSzPts val="12000"/>
              <a:buNone/>
              <a:defRPr sz="12000">
                <a:solidFill>
                  <a:schemeClr val="dk2"/>
                </a:solidFill>
              </a:defRPr>
            </a:lvl8pPr>
            <a:lvl9pPr lvl="8" algn="ctr" rtl="0">
              <a:spcBef>
                <a:spcPts val="0"/>
              </a:spcBef>
              <a:spcAft>
                <a:spcPts val="0"/>
              </a:spcAft>
              <a:buClr>
                <a:schemeClr val="dk2"/>
              </a:buClr>
              <a:buSzPts val="12000"/>
              <a:buNone/>
              <a:defRPr sz="12000">
                <a:solidFill>
                  <a:schemeClr val="dk2"/>
                </a:solidFill>
              </a:defRPr>
            </a:lvl9pPr>
          </a:lstStyle>
          <a:p>
            <a:r>
              <a:t>xx%</a:t>
            </a:r>
          </a:p>
        </p:txBody>
      </p:sp>
      <p:sp>
        <p:nvSpPr>
          <p:cNvPr id="66" name="Google Shape;66;p13"/>
          <p:cNvSpPr txBox="1">
            <a:spLocks noGrp="1"/>
          </p:cNvSpPr>
          <p:nvPr>
            <p:ph type="subTitle" idx="3"/>
          </p:nvPr>
        </p:nvSpPr>
        <p:spPr>
          <a:xfrm>
            <a:off x="3377302" y="2251142"/>
            <a:ext cx="2382300" cy="5019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67" name="Google Shape;67;p13"/>
          <p:cNvSpPr txBox="1">
            <a:spLocks noGrp="1"/>
          </p:cNvSpPr>
          <p:nvPr>
            <p:ph type="title" idx="4" hasCustomPrompt="1"/>
          </p:nvPr>
        </p:nvSpPr>
        <p:spPr>
          <a:xfrm>
            <a:off x="4189283" y="1582316"/>
            <a:ext cx="758400" cy="283200"/>
          </a:xfrm>
          <a:prstGeom prst="rect">
            <a:avLst/>
          </a:prstGeom>
          <a:solidFill>
            <a:schemeClr val="lt2"/>
          </a:solidFill>
        </p:spPr>
        <p:txBody>
          <a:bodyPr spcFirstLastPara="1" wrap="square" lIns="91425" tIns="91425" rIns="91425" bIns="91425" anchor="ctr" anchorCtr="0">
            <a:noAutofit/>
          </a:bodyPr>
          <a:lstStyle>
            <a:lvl1pPr lvl="0" algn="ctr" rtl="0">
              <a:spcBef>
                <a:spcPts val="0"/>
              </a:spcBef>
              <a:spcAft>
                <a:spcPts val="0"/>
              </a:spcAft>
              <a:buSzPts val="4800"/>
              <a:buNone/>
              <a:defRPr sz="3000">
                <a:solidFill>
                  <a:schemeClr val="dk2"/>
                </a:solidFill>
              </a:defRPr>
            </a:lvl1pPr>
            <a:lvl2pPr lvl="1" algn="ctr" rtl="0">
              <a:spcBef>
                <a:spcPts val="0"/>
              </a:spcBef>
              <a:spcAft>
                <a:spcPts val="0"/>
              </a:spcAft>
              <a:buClr>
                <a:schemeClr val="dk2"/>
              </a:buClr>
              <a:buSzPts val="12000"/>
              <a:buNone/>
              <a:defRPr sz="12000">
                <a:solidFill>
                  <a:schemeClr val="dk2"/>
                </a:solidFill>
              </a:defRPr>
            </a:lvl2pPr>
            <a:lvl3pPr lvl="2" algn="ctr" rtl="0">
              <a:spcBef>
                <a:spcPts val="0"/>
              </a:spcBef>
              <a:spcAft>
                <a:spcPts val="0"/>
              </a:spcAft>
              <a:buClr>
                <a:schemeClr val="dk2"/>
              </a:buClr>
              <a:buSzPts val="12000"/>
              <a:buNone/>
              <a:defRPr sz="12000">
                <a:solidFill>
                  <a:schemeClr val="dk2"/>
                </a:solidFill>
              </a:defRPr>
            </a:lvl3pPr>
            <a:lvl4pPr lvl="3" algn="ctr" rtl="0">
              <a:spcBef>
                <a:spcPts val="0"/>
              </a:spcBef>
              <a:spcAft>
                <a:spcPts val="0"/>
              </a:spcAft>
              <a:buClr>
                <a:schemeClr val="dk2"/>
              </a:buClr>
              <a:buSzPts val="12000"/>
              <a:buNone/>
              <a:defRPr sz="12000">
                <a:solidFill>
                  <a:schemeClr val="dk2"/>
                </a:solidFill>
              </a:defRPr>
            </a:lvl4pPr>
            <a:lvl5pPr lvl="4" algn="ctr" rtl="0">
              <a:spcBef>
                <a:spcPts val="0"/>
              </a:spcBef>
              <a:spcAft>
                <a:spcPts val="0"/>
              </a:spcAft>
              <a:buClr>
                <a:schemeClr val="dk2"/>
              </a:buClr>
              <a:buSzPts val="12000"/>
              <a:buNone/>
              <a:defRPr sz="12000">
                <a:solidFill>
                  <a:schemeClr val="dk2"/>
                </a:solidFill>
              </a:defRPr>
            </a:lvl5pPr>
            <a:lvl6pPr lvl="5" algn="ctr" rtl="0">
              <a:spcBef>
                <a:spcPts val="0"/>
              </a:spcBef>
              <a:spcAft>
                <a:spcPts val="0"/>
              </a:spcAft>
              <a:buClr>
                <a:schemeClr val="dk2"/>
              </a:buClr>
              <a:buSzPts val="12000"/>
              <a:buNone/>
              <a:defRPr sz="12000">
                <a:solidFill>
                  <a:schemeClr val="dk2"/>
                </a:solidFill>
              </a:defRPr>
            </a:lvl6pPr>
            <a:lvl7pPr lvl="6" algn="ctr" rtl="0">
              <a:spcBef>
                <a:spcPts val="0"/>
              </a:spcBef>
              <a:spcAft>
                <a:spcPts val="0"/>
              </a:spcAft>
              <a:buClr>
                <a:schemeClr val="dk2"/>
              </a:buClr>
              <a:buSzPts val="12000"/>
              <a:buNone/>
              <a:defRPr sz="12000">
                <a:solidFill>
                  <a:schemeClr val="dk2"/>
                </a:solidFill>
              </a:defRPr>
            </a:lvl7pPr>
            <a:lvl8pPr lvl="7" algn="ctr" rtl="0">
              <a:spcBef>
                <a:spcPts val="0"/>
              </a:spcBef>
              <a:spcAft>
                <a:spcPts val="0"/>
              </a:spcAft>
              <a:buClr>
                <a:schemeClr val="dk2"/>
              </a:buClr>
              <a:buSzPts val="12000"/>
              <a:buNone/>
              <a:defRPr sz="12000">
                <a:solidFill>
                  <a:schemeClr val="dk2"/>
                </a:solidFill>
              </a:defRPr>
            </a:lvl8pPr>
            <a:lvl9pPr lvl="8" algn="ctr" rtl="0">
              <a:spcBef>
                <a:spcPts val="0"/>
              </a:spcBef>
              <a:spcAft>
                <a:spcPts val="0"/>
              </a:spcAft>
              <a:buClr>
                <a:schemeClr val="dk2"/>
              </a:buClr>
              <a:buSzPts val="12000"/>
              <a:buNone/>
              <a:defRPr sz="12000">
                <a:solidFill>
                  <a:schemeClr val="dk2"/>
                </a:solidFill>
              </a:defRPr>
            </a:lvl9pPr>
          </a:lstStyle>
          <a:p>
            <a:r>
              <a:t>xx%</a:t>
            </a:r>
          </a:p>
        </p:txBody>
      </p:sp>
      <p:sp>
        <p:nvSpPr>
          <p:cNvPr id="68" name="Google Shape;68;p13"/>
          <p:cNvSpPr txBox="1">
            <a:spLocks noGrp="1"/>
          </p:cNvSpPr>
          <p:nvPr>
            <p:ph type="subTitle" idx="5"/>
          </p:nvPr>
        </p:nvSpPr>
        <p:spPr>
          <a:xfrm>
            <a:off x="5849564" y="2251167"/>
            <a:ext cx="2382300" cy="5019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69" name="Google Shape;69;p13"/>
          <p:cNvSpPr txBox="1">
            <a:spLocks noGrp="1"/>
          </p:cNvSpPr>
          <p:nvPr>
            <p:ph type="title" idx="6" hasCustomPrompt="1"/>
          </p:nvPr>
        </p:nvSpPr>
        <p:spPr>
          <a:xfrm>
            <a:off x="6661552" y="1582348"/>
            <a:ext cx="758400" cy="283200"/>
          </a:xfrm>
          <a:prstGeom prst="rect">
            <a:avLst/>
          </a:prstGeom>
          <a:solidFill>
            <a:schemeClr val="lt2"/>
          </a:solidFill>
        </p:spPr>
        <p:txBody>
          <a:bodyPr spcFirstLastPara="1" wrap="square" lIns="91425" tIns="91425" rIns="91425" bIns="91425" anchor="ctr" anchorCtr="0">
            <a:noAutofit/>
          </a:bodyPr>
          <a:lstStyle>
            <a:lvl1pPr lvl="0" algn="ctr" rtl="0">
              <a:spcBef>
                <a:spcPts val="0"/>
              </a:spcBef>
              <a:spcAft>
                <a:spcPts val="0"/>
              </a:spcAft>
              <a:buSzPts val="4800"/>
              <a:buNone/>
              <a:defRPr sz="3000">
                <a:solidFill>
                  <a:schemeClr val="dk2"/>
                </a:solidFill>
              </a:defRPr>
            </a:lvl1pPr>
            <a:lvl2pPr lvl="1" algn="ctr" rtl="0">
              <a:spcBef>
                <a:spcPts val="0"/>
              </a:spcBef>
              <a:spcAft>
                <a:spcPts val="0"/>
              </a:spcAft>
              <a:buClr>
                <a:schemeClr val="dk2"/>
              </a:buClr>
              <a:buSzPts val="12000"/>
              <a:buNone/>
              <a:defRPr sz="12000">
                <a:solidFill>
                  <a:schemeClr val="dk2"/>
                </a:solidFill>
              </a:defRPr>
            </a:lvl2pPr>
            <a:lvl3pPr lvl="2" algn="ctr" rtl="0">
              <a:spcBef>
                <a:spcPts val="0"/>
              </a:spcBef>
              <a:spcAft>
                <a:spcPts val="0"/>
              </a:spcAft>
              <a:buClr>
                <a:schemeClr val="dk2"/>
              </a:buClr>
              <a:buSzPts val="12000"/>
              <a:buNone/>
              <a:defRPr sz="12000">
                <a:solidFill>
                  <a:schemeClr val="dk2"/>
                </a:solidFill>
              </a:defRPr>
            </a:lvl3pPr>
            <a:lvl4pPr lvl="3" algn="ctr" rtl="0">
              <a:spcBef>
                <a:spcPts val="0"/>
              </a:spcBef>
              <a:spcAft>
                <a:spcPts val="0"/>
              </a:spcAft>
              <a:buClr>
                <a:schemeClr val="dk2"/>
              </a:buClr>
              <a:buSzPts val="12000"/>
              <a:buNone/>
              <a:defRPr sz="12000">
                <a:solidFill>
                  <a:schemeClr val="dk2"/>
                </a:solidFill>
              </a:defRPr>
            </a:lvl4pPr>
            <a:lvl5pPr lvl="4" algn="ctr" rtl="0">
              <a:spcBef>
                <a:spcPts val="0"/>
              </a:spcBef>
              <a:spcAft>
                <a:spcPts val="0"/>
              </a:spcAft>
              <a:buClr>
                <a:schemeClr val="dk2"/>
              </a:buClr>
              <a:buSzPts val="12000"/>
              <a:buNone/>
              <a:defRPr sz="12000">
                <a:solidFill>
                  <a:schemeClr val="dk2"/>
                </a:solidFill>
              </a:defRPr>
            </a:lvl5pPr>
            <a:lvl6pPr lvl="5" algn="ctr" rtl="0">
              <a:spcBef>
                <a:spcPts val="0"/>
              </a:spcBef>
              <a:spcAft>
                <a:spcPts val="0"/>
              </a:spcAft>
              <a:buClr>
                <a:schemeClr val="dk2"/>
              </a:buClr>
              <a:buSzPts val="12000"/>
              <a:buNone/>
              <a:defRPr sz="12000">
                <a:solidFill>
                  <a:schemeClr val="dk2"/>
                </a:solidFill>
              </a:defRPr>
            </a:lvl6pPr>
            <a:lvl7pPr lvl="6" algn="ctr" rtl="0">
              <a:spcBef>
                <a:spcPts val="0"/>
              </a:spcBef>
              <a:spcAft>
                <a:spcPts val="0"/>
              </a:spcAft>
              <a:buClr>
                <a:schemeClr val="dk2"/>
              </a:buClr>
              <a:buSzPts val="12000"/>
              <a:buNone/>
              <a:defRPr sz="12000">
                <a:solidFill>
                  <a:schemeClr val="dk2"/>
                </a:solidFill>
              </a:defRPr>
            </a:lvl7pPr>
            <a:lvl8pPr lvl="7" algn="ctr" rtl="0">
              <a:spcBef>
                <a:spcPts val="0"/>
              </a:spcBef>
              <a:spcAft>
                <a:spcPts val="0"/>
              </a:spcAft>
              <a:buClr>
                <a:schemeClr val="dk2"/>
              </a:buClr>
              <a:buSzPts val="12000"/>
              <a:buNone/>
              <a:defRPr sz="12000">
                <a:solidFill>
                  <a:schemeClr val="dk2"/>
                </a:solidFill>
              </a:defRPr>
            </a:lvl8pPr>
            <a:lvl9pPr lvl="8" algn="ctr" rtl="0">
              <a:spcBef>
                <a:spcPts val="0"/>
              </a:spcBef>
              <a:spcAft>
                <a:spcPts val="0"/>
              </a:spcAft>
              <a:buClr>
                <a:schemeClr val="dk2"/>
              </a:buClr>
              <a:buSzPts val="12000"/>
              <a:buNone/>
              <a:defRPr sz="12000">
                <a:solidFill>
                  <a:schemeClr val="dk2"/>
                </a:solidFill>
              </a:defRPr>
            </a:lvl9pPr>
          </a:lstStyle>
          <a:p>
            <a:r>
              <a:t>xx%</a:t>
            </a:r>
          </a:p>
        </p:txBody>
      </p:sp>
      <p:sp>
        <p:nvSpPr>
          <p:cNvPr id="70" name="Google Shape;70;p13"/>
          <p:cNvSpPr txBox="1">
            <a:spLocks noGrp="1"/>
          </p:cNvSpPr>
          <p:nvPr>
            <p:ph type="subTitle" idx="7"/>
          </p:nvPr>
        </p:nvSpPr>
        <p:spPr>
          <a:xfrm>
            <a:off x="906550" y="3736050"/>
            <a:ext cx="2382300" cy="5019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71" name="Google Shape;71;p13"/>
          <p:cNvSpPr txBox="1">
            <a:spLocks noGrp="1"/>
          </p:cNvSpPr>
          <p:nvPr>
            <p:ph type="title" idx="8" hasCustomPrompt="1"/>
          </p:nvPr>
        </p:nvSpPr>
        <p:spPr>
          <a:xfrm>
            <a:off x="1718550" y="3067257"/>
            <a:ext cx="758400" cy="283200"/>
          </a:xfrm>
          <a:prstGeom prst="rect">
            <a:avLst/>
          </a:prstGeom>
          <a:solidFill>
            <a:schemeClr val="lt2"/>
          </a:solidFill>
        </p:spPr>
        <p:txBody>
          <a:bodyPr spcFirstLastPara="1" wrap="square" lIns="91425" tIns="91425" rIns="91425" bIns="91425" anchor="ctr" anchorCtr="0">
            <a:noAutofit/>
          </a:bodyPr>
          <a:lstStyle>
            <a:lvl1pPr lvl="0" algn="ctr" rtl="0">
              <a:spcBef>
                <a:spcPts val="0"/>
              </a:spcBef>
              <a:spcAft>
                <a:spcPts val="0"/>
              </a:spcAft>
              <a:buSzPts val="4800"/>
              <a:buNone/>
              <a:defRPr sz="3000">
                <a:solidFill>
                  <a:schemeClr val="dk2"/>
                </a:solidFill>
              </a:defRPr>
            </a:lvl1pPr>
            <a:lvl2pPr lvl="1" algn="ctr" rtl="0">
              <a:spcBef>
                <a:spcPts val="0"/>
              </a:spcBef>
              <a:spcAft>
                <a:spcPts val="0"/>
              </a:spcAft>
              <a:buClr>
                <a:schemeClr val="dk2"/>
              </a:buClr>
              <a:buSzPts val="12000"/>
              <a:buNone/>
              <a:defRPr sz="12000">
                <a:solidFill>
                  <a:schemeClr val="dk2"/>
                </a:solidFill>
              </a:defRPr>
            </a:lvl2pPr>
            <a:lvl3pPr lvl="2" algn="ctr" rtl="0">
              <a:spcBef>
                <a:spcPts val="0"/>
              </a:spcBef>
              <a:spcAft>
                <a:spcPts val="0"/>
              </a:spcAft>
              <a:buClr>
                <a:schemeClr val="dk2"/>
              </a:buClr>
              <a:buSzPts val="12000"/>
              <a:buNone/>
              <a:defRPr sz="12000">
                <a:solidFill>
                  <a:schemeClr val="dk2"/>
                </a:solidFill>
              </a:defRPr>
            </a:lvl3pPr>
            <a:lvl4pPr lvl="3" algn="ctr" rtl="0">
              <a:spcBef>
                <a:spcPts val="0"/>
              </a:spcBef>
              <a:spcAft>
                <a:spcPts val="0"/>
              </a:spcAft>
              <a:buClr>
                <a:schemeClr val="dk2"/>
              </a:buClr>
              <a:buSzPts val="12000"/>
              <a:buNone/>
              <a:defRPr sz="12000">
                <a:solidFill>
                  <a:schemeClr val="dk2"/>
                </a:solidFill>
              </a:defRPr>
            </a:lvl4pPr>
            <a:lvl5pPr lvl="4" algn="ctr" rtl="0">
              <a:spcBef>
                <a:spcPts val="0"/>
              </a:spcBef>
              <a:spcAft>
                <a:spcPts val="0"/>
              </a:spcAft>
              <a:buClr>
                <a:schemeClr val="dk2"/>
              </a:buClr>
              <a:buSzPts val="12000"/>
              <a:buNone/>
              <a:defRPr sz="12000">
                <a:solidFill>
                  <a:schemeClr val="dk2"/>
                </a:solidFill>
              </a:defRPr>
            </a:lvl5pPr>
            <a:lvl6pPr lvl="5" algn="ctr" rtl="0">
              <a:spcBef>
                <a:spcPts val="0"/>
              </a:spcBef>
              <a:spcAft>
                <a:spcPts val="0"/>
              </a:spcAft>
              <a:buClr>
                <a:schemeClr val="dk2"/>
              </a:buClr>
              <a:buSzPts val="12000"/>
              <a:buNone/>
              <a:defRPr sz="12000">
                <a:solidFill>
                  <a:schemeClr val="dk2"/>
                </a:solidFill>
              </a:defRPr>
            </a:lvl6pPr>
            <a:lvl7pPr lvl="6" algn="ctr" rtl="0">
              <a:spcBef>
                <a:spcPts val="0"/>
              </a:spcBef>
              <a:spcAft>
                <a:spcPts val="0"/>
              </a:spcAft>
              <a:buClr>
                <a:schemeClr val="dk2"/>
              </a:buClr>
              <a:buSzPts val="12000"/>
              <a:buNone/>
              <a:defRPr sz="12000">
                <a:solidFill>
                  <a:schemeClr val="dk2"/>
                </a:solidFill>
              </a:defRPr>
            </a:lvl7pPr>
            <a:lvl8pPr lvl="7" algn="ctr" rtl="0">
              <a:spcBef>
                <a:spcPts val="0"/>
              </a:spcBef>
              <a:spcAft>
                <a:spcPts val="0"/>
              </a:spcAft>
              <a:buClr>
                <a:schemeClr val="dk2"/>
              </a:buClr>
              <a:buSzPts val="12000"/>
              <a:buNone/>
              <a:defRPr sz="12000">
                <a:solidFill>
                  <a:schemeClr val="dk2"/>
                </a:solidFill>
              </a:defRPr>
            </a:lvl8pPr>
            <a:lvl9pPr lvl="8" algn="ctr" rtl="0">
              <a:spcBef>
                <a:spcPts val="0"/>
              </a:spcBef>
              <a:spcAft>
                <a:spcPts val="0"/>
              </a:spcAft>
              <a:buClr>
                <a:schemeClr val="dk2"/>
              </a:buClr>
              <a:buSzPts val="12000"/>
              <a:buNone/>
              <a:defRPr sz="12000">
                <a:solidFill>
                  <a:schemeClr val="dk2"/>
                </a:solidFill>
              </a:defRPr>
            </a:lvl9pPr>
          </a:lstStyle>
          <a:p>
            <a:r>
              <a:t>xx%</a:t>
            </a:r>
          </a:p>
        </p:txBody>
      </p:sp>
      <p:sp>
        <p:nvSpPr>
          <p:cNvPr id="72" name="Google Shape;72;p13"/>
          <p:cNvSpPr txBox="1">
            <a:spLocks noGrp="1"/>
          </p:cNvSpPr>
          <p:nvPr>
            <p:ph type="subTitle" idx="9"/>
          </p:nvPr>
        </p:nvSpPr>
        <p:spPr>
          <a:xfrm>
            <a:off x="908374" y="1964044"/>
            <a:ext cx="2382300" cy="4395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Font typeface="Anton"/>
              <a:buNone/>
              <a:defRPr sz="2400">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73" name="Google Shape;73;p13"/>
          <p:cNvSpPr txBox="1">
            <a:spLocks noGrp="1"/>
          </p:cNvSpPr>
          <p:nvPr>
            <p:ph type="subTitle" idx="13"/>
          </p:nvPr>
        </p:nvSpPr>
        <p:spPr>
          <a:xfrm>
            <a:off x="3377252" y="1964044"/>
            <a:ext cx="2382300" cy="4395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Font typeface="Anton"/>
              <a:buNone/>
              <a:defRPr sz="2400">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74" name="Google Shape;74;p13"/>
          <p:cNvSpPr txBox="1">
            <a:spLocks noGrp="1"/>
          </p:cNvSpPr>
          <p:nvPr>
            <p:ph type="subTitle" idx="14"/>
          </p:nvPr>
        </p:nvSpPr>
        <p:spPr>
          <a:xfrm>
            <a:off x="5849717" y="1964069"/>
            <a:ext cx="2382300" cy="4395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Font typeface="Anton"/>
              <a:buNone/>
              <a:defRPr sz="2400">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75" name="Google Shape;75;p13"/>
          <p:cNvSpPr txBox="1">
            <a:spLocks noGrp="1"/>
          </p:cNvSpPr>
          <p:nvPr>
            <p:ph type="subTitle" idx="15"/>
          </p:nvPr>
        </p:nvSpPr>
        <p:spPr>
          <a:xfrm>
            <a:off x="906664" y="3448951"/>
            <a:ext cx="2382300" cy="4395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Font typeface="Anton"/>
              <a:buNone/>
              <a:defRPr sz="2400">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76" name="Google Shape;76;p13"/>
          <p:cNvSpPr txBox="1">
            <a:spLocks noGrp="1"/>
          </p:cNvSpPr>
          <p:nvPr>
            <p:ph type="subTitle" idx="16"/>
          </p:nvPr>
        </p:nvSpPr>
        <p:spPr>
          <a:xfrm>
            <a:off x="3375527" y="3736098"/>
            <a:ext cx="2382300" cy="5019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77" name="Google Shape;77;p13"/>
          <p:cNvSpPr txBox="1">
            <a:spLocks noGrp="1"/>
          </p:cNvSpPr>
          <p:nvPr>
            <p:ph type="title" idx="17" hasCustomPrompt="1"/>
          </p:nvPr>
        </p:nvSpPr>
        <p:spPr>
          <a:xfrm>
            <a:off x="4187500" y="3067274"/>
            <a:ext cx="758400" cy="283200"/>
          </a:xfrm>
          <a:prstGeom prst="rect">
            <a:avLst/>
          </a:prstGeom>
          <a:solidFill>
            <a:schemeClr val="lt2"/>
          </a:solidFill>
        </p:spPr>
        <p:txBody>
          <a:bodyPr spcFirstLastPara="1" wrap="square" lIns="91425" tIns="91425" rIns="91425" bIns="91425" anchor="ctr" anchorCtr="0">
            <a:noAutofit/>
          </a:bodyPr>
          <a:lstStyle>
            <a:lvl1pPr lvl="0" algn="ctr" rtl="0">
              <a:spcBef>
                <a:spcPts val="0"/>
              </a:spcBef>
              <a:spcAft>
                <a:spcPts val="0"/>
              </a:spcAft>
              <a:buSzPts val="4800"/>
              <a:buNone/>
              <a:defRPr sz="3000">
                <a:solidFill>
                  <a:schemeClr val="dk2"/>
                </a:solidFill>
              </a:defRPr>
            </a:lvl1pPr>
            <a:lvl2pPr lvl="1" algn="ctr" rtl="0">
              <a:spcBef>
                <a:spcPts val="0"/>
              </a:spcBef>
              <a:spcAft>
                <a:spcPts val="0"/>
              </a:spcAft>
              <a:buClr>
                <a:schemeClr val="dk2"/>
              </a:buClr>
              <a:buSzPts val="12000"/>
              <a:buNone/>
              <a:defRPr sz="12000">
                <a:solidFill>
                  <a:schemeClr val="dk2"/>
                </a:solidFill>
              </a:defRPr>
            </a:lvl2pPr>
            <a:lvl3pPr lvl="2" algn="ctr" rtl="0">
              <a:spcBef>
                <a:spcPts val="0"/>
              </a:spcBef>
              <a:spcAft>
                <a:spcPts val="0"/>
              </a:spcAft>
              <a:buClr>
                <a:schemeClr val="dk2"/>
              </a:buClr>
              <a:buSzPts val="12000"/>
              <a:buNone/>
              <a:defRPr sz="12000">
                <a:solidFill>
                  <a:schemeClr val="dk2"/>
                </a:solidFill>
              </a:defRPr>
            </a:lvl3pPr>
            <a:lvl4pPr lvl="3" algn="ctr" rtl="0">
              <a:spcBef>
                <a:spcPts val="0"/>
              </a:spcBef>
              <a:spcAft>
                <a:spcPts val="0"/>
              </a:spcAft>
              <a:buClr>
                <a:schemeClr val="dk2"/>
              </a:buClr>
              <a:buSzPts val="12000"/>
              <a:buNone/>
              <a:defRPr sz="12000">
                <a:solidFill>
                  <a:schemeClr val="dk2"/>
                </a:solidFill>
              </a:defRPr>
            </a:lvl4pPr>
            <a:lvl5pPr lvl="4" algn="ctr" rtl="0">
              <a:spcBef>
                <a:spcPts val="0"/>
              </a:spcBef>
              <a:spcAft>
                <a:spcPts val="0"/>
              </a:spcAft>
              <a:buClr>
                <a:schemeClr val="dk2"/>
              </a:buClr>
              <a:buSzPts val="12000"/>
              <a:buNone/>
              <a:defRPr sz="12000">
                <a:solidFill>
                  <a:schemeClr val="dk2"/>
                </a:solidFill>
              </a:defRPr>
            </a:lvl5pPr>
            <a:lvl6pPr lvl="5" algn="ctr" rtl="0">
              <a:spcBef>
                <a:spcPts val="0"/>
              </a:spcBef>
              <a:spcAft>
                <a:spcPts val="0"/>
              </a:spcAft>
              <a:buClr>
                <a:schemeClr val="dk2"/>
              </a:buClr>
              <a:buSzPts val="12000"/>
              <a:buNone/>
              <a:defRPr sz="12000">
                <a:solidFill>
                  <a:schemeClr val="dk2"/>
                </a:solidFill>
              </a:defRPr>
            </a:lvl6pPr>
            <a:lvl7pPr lvl="6" algn="ctr" rtl="0">
              <a:spcBef>
                <a:spcPts val="0"/>
              </a:spcBef>
              <a:spcAft>
                <a:spcPts val="0"/>
              </a:spcAft>
              <a:buClr>
                <a:schemeClr val="dk2"/>
              </a:buClr>
              <a:buSzPts val="12000"/>
              <a:buNone/>
              <a:defRPr sz="12000">
                <a:solidFill>
                  <a:schemeClr val="dk2"/>
                </a:solidFill>
              </a:defRPr>
            </a:lvl7pPr>
            <a:lvl8pPr lvl="7" algn="ctr" rtl="0">
              <a:spcBef>
                <a:spcPts val="0"/>
              </a:spcBef>
              <a:spcAft>
                <a:spcPts val="0"/>
              </a:spcAft>
              <a:buClr>
                <a:schemeClr val="dk2"/>
              </a:buClr>
              <a:buSzPts val="12000"/>
              <a:buNone/>
              <a:defRPr sz="12000">
                <a:solidFill>
                  <a:schemeClr val="dk2"/>
                </a:solidFill>
              </a:defRPr>
            </a:lvl8pPr>
            <a:lvl9pPr lvl="8" algn="ctr" rtl="0">
              <a:spcBef>
                <a:spcPts val="0"/>
              </a:spcBef>
              <a:spcAft>
                <a:spcPts val="0"/>
              </a:spcAft>
              <a:buClr>
                <a:schemeClr val="dk2"/>
              </a:buClr>
              <a:buSzPts val="12000"/>
              <a:buNone/>
              <a:defRPr sz="12000">
                <a:solidFill>
                  <a:schemeClr val="dk2"/>
                </a:solidFill>
              </a:defRPr>
            </a:lvl9pPr>
          </a:lstStyle>
          <a:p>
            <a:r>
              <a:t>xx%</a:t>
            </a:r>
          </a:p>
        </p:txBody>
      </p:sp>
      <p:sp>
        <p:nvSpPr>
          <p:cNvPr id="78" name="Google Shape;78;p13"/>
          <p:cNvSpPr txBox="1">
            <a:spLocks noGrp="1"/>
          </p:cNvSpPr>
          <p:nvPr>
            <p:ph type="subTitle" idx="18"/>
          </p:nvPr>
        </p:nvSpPr>
        <p:spPr>
          <a:xfrm>
            <a:off x="5847789" y="3736123"/>
            <a:ext cx="2382300" cy="5019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79" name="Google Shape;79;p13"/>
          <p:cNvSpPr txBox="1">
            <a:spLocks noGrp="1"/>
          </p:cNvSpPr>
          <p:nvPr>
            <p:ph type="title" idx="19" hasCustomPrompt="1"/>
          </p:nvPr>
        </p:nvSpPr>
        <p:spPr>
          <a:xfrm>
            <a:off x="6659775" y="3067306"/>
            <a:ext cx="758400" cy="283200"/>
          </a:xfrm>
          <a:prstGeom prst="rect">
            <a:avLst/>
          </a:prstGeom>
          <a:solidFill>
            <a:schemeClr val="lt2"/>
          </a:solidFill>
        </p:spPr>
        <p:txBody>
          <a:bodyPr spcFirstLastPara="1" wrap="square" lIns="91425" tIns="91425" rIns="91425" bIns="91425" anchor="ctr" anchorCtr="0">
            <a:noAutofit/>
          </a:bodyPr>
          <a:lstStyle>
            <a:lvl1pPr lvl="0" algn="ctr" rtl="0">
              <a:spcBef>
                <a:spcPts val="0"/>
              </a:spcBef>
              <a:spcAft>
                <a:spcPts val="0"/>
              </a:spcAft>
              <a:buSzPts val="4800"/>
              <a:buNone/>
              <a:defRPr sz="3000">
                <a:solidFill>
                  <a:schemeClr val="dk2"/>
                </a:solidFill>
              </a:defRPr>
            </a:lvl1pPr>
            <a:lvl2pPr lvl="1" algn="ctr" rtl="0">
              <a:spcBef>
                <a:spcPts val="0"/>
              </a:spcBef>
              <a:spcAft>
                <a:spcPts val="0"/>
              </a:spcAft>
              <a:buClr>
                <a:schemeClr val="dk2"/>
              </a:buClr>
              <a:buSzPts val="12000"/>
              <a:buNone/>
              <a:defRPr sz="12000">
                <a:solidFill>
                  <a:schemeClr val="dk2"/>
                </a:solidFill>
              </a:defRPr>
            </a:lvl2pPr>
            <a:lvl3pPr lvl="2" algn="ctr" rtl="0">
              <a:spcBef>
                <a:spcPts val="0"/>
              </a:spcBef>
              <a:spcAft>
                <a:spcPts val="0"/>
              </a:spcAft>
              <a:buClr>
                <a:schemeClr val="dk2"/>
              </a:buClr>
              <a:buSzPts val="12000"/>
              <a:buNone/>
              <a:defRPr sz="12000">
                <a:solidFill>
                  <a:schemeClr val="dk2"/>
                </a:solidFill>
              </a:defRPr>
            </a:lvl3pPr>
            <a:lvl4pPr lvl="3" algn="ctr" rtl="0">
              <a:spcBef>
                <a:spcPts val="0"/>
              </a:spcBef>
              <a:spcAft>
                <a:spcPts val="0"/>
              </a:spcAft>
              <a:buClr>
                <a:schemeClr val="dk2"/>
              </a:buClr>
              <a:buSzPts val="12000"/>
              <a:buNone/>
              <a:defRPr sz="12000">
                <a:solidFill>
                  <a:schemeClr val="dk2"/>
                </a:solidFill>
              </a:defRPr>
            </a:lvl4pPr>
            <a:lvl5pPr lvl="4" algn="ctr" rtl="0">
              <a:spcBef>
                <a:spcPts val="0"/>
              </a:spcBef>
              <a:spcAft>
                <a:spcPts val="0"/>
              </a:spcAft>
              <a:buClr>
                <a:schemeClr val="dk2"/>
              </a:buClr>
              <a:buSzPts val="12000"/>
              <a:buNone/>
              <a:defRPr sz="12000">
                <a:solidFill>
                  <a:schemeClr val="dk2"/>
                </a:solidFill>
              </a:defRPr>
            </a:lvl5pPr>
            <a:lvl6pPr lvl="5" algn="ctr" rtl="0">
              <a:spcBef>
                <a:spcPts val="0"/>
              </a:spcBef>
              <a:spcAft>
                <a:spcPts val="0"/>
              </a:spcAft>
              <a:buClr>
                <a:schemeClr val="dk2"/>
              </a:buClr>
              <a:buSzPts val="12000"/>
              <a:buNone/>
              <a:defRPr sz="12000">
                <a:solidFill>
                  <a:schemeClr val="dk2"/>
                </a:solidFill>
              </a:defRPr>
            </a:lvl6pPr>
            <a:lvl7pPr lvl="6" algn="ctr" rtl="0">
              <a:spcBef>
                <a:spcPts val="0"/>
              </a:spcBef>
              <a:spcAft>
                <a:spcPts val="0"/>
              </a:spcAft>
              <a:buClr>
                <a:schemeClr val="dk2"/>
              </a:buClr>
              <a:buSzPts val="12000"/>
              <a:buNone/>
              <a:defRPr sz="12000">
                <a:solidFill>
                  <a:schemeClr val="dk2"/>
                </a:solidFill>
              </a:defRPr>
            </a:lvl7pPr>
            <a:lvl8pPr lvl="7" algn="ctr" rtl="0">
              <a:spcBef>
                <a:spcPts val="0"/>
              </a:spcBef>
              <a:spcAft>
                <a:spcPts val="0"/>
              </a:spcAft>
              <a:buClr>
                <a:schemeClr val="dk2"/>
              </a:buClr>
              <a:buSzPts val="12000"/>
              <a:buNone/>
              <a:defRPr sz="12000">
                <a:solidFill>
                  <a:schemeClr val="dk2"/>
                </a:solidFill>
              </a:defRPr>
            </a:lvl8pPr>
            <a:lvl9pPr lvl="8" algn="ctr" rtl="0">
              <a:spcBef>
                <a:spcPts val="0"/>
              </a:spcBef>
              <a:spcAft>
                <a:spcPts val="0"/>
              </a:spcAft>
              <a:buClr>
                <a:schemeClr val="dk2"/>
              </a:buClr>
              <a:buSzPts val="12000"/>
              <a:buNone/>
              <a:defRPr sz="12000">
                <a:solidFill>
                  <a:schemeClr val="dk2"/>
                </a:solidFill>
              </a:defRPr>
            </a:lvl9pPr>
          </a:lstStyle>
          <a:p>
            <a:r>
              <a:t>xx%</a:t>
            </a:r>
          </a:p>
        </p:txBody>
      </p:sp>
      <p:sp>
        <p:nvSpPr>
          <p:cNvPr id="80" name="Google Shape;80;p13"/>
          <p:cNvSpPr txBox="1">
            <a:spLocks noGrp="1"/>
          </p:cNvSpPr>
          <p:nvPr>
            <p:ph type="subTitle" idx="20"/>
          </p:nvPr>
        </p:nvSpPr>
        <p:spPr>
          <a:xfrm>
            <a:off x="3375477" y="3449001"/>
            <a:ext cx="2382300" cy="4395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Font typeface="Anton"/>
              <a:buNone/>
              <a:defRPr sz="2400">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81" name="Google Shape;81;p13"/>
          <p:cNvSpPr txBox="1">
            <a:spLocks noGrp="1"/>
          </p:cNvSpPr>
          <p:nvPr>
            <p:ph type="subTitle" idx="21"/>
          </p:nvPr>
        </p:nvSpPr>
        <p:spPr>
          <a:xfrm>
            <a:off x="5847942" y="3449026"/>
            <a:ext cx="2382300" cy="4395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Font typeface="Anton"/>
              <a:buNone/>
              <a:defRPr sz="2400">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Quote">
  <p:cSld name="CUSTOM_3_1">
    <p:spTree>
      <p:nvGrpSpPr>
        <p:cNvPr id="1" name="Shape 82"/>
        <p:cNvGrpSpPr/>
        <p:nvPr/>
      </p:nvGrpSpPr>
      <p:grpSpPr>
        <a:xfrm>
          <a:off x="0" y="0"/>
          <a:ext cx="0" cy="0"/>
          <a:chOff x="0" y="0"/>
          <a:chExt cx="0" cy="0"/>
        </a:xfrm>
      </p:grpSpPr>
      <p:pic>
        <p:nvPicPr>
          <p:cNvPr id="83" name="Google Shape;83;p14"/>
          <p:cNvPicPr preferRelativeResize="0"/>
          <p:nvPr/>
        </p:nvPicPr>
        <p:blipFill>
          <a:blip r:embed="rId2">
            <a:alphaModFix/>
          </a:blip>
          <a:stretch>
            <a:fillRect/>
          </a:stretch>
        </p:blipFill>
        <p:spPr>
          <a:xfrm rot="10800000">
            <a:off x="50" y="0"/>
            <a:ext cx="9144000" cy="5143500"/>
          </a:xfrm>
          <a:prstGeom prst="rect">
            <a:avLst/>
          </a:prstGeom>
          <a:noFill/>
          <a:ln>
            <a:noFill/>
          </a:ln>
        </p:spPr>
      </p:pic>
      <p:sp>
        <p:nvSpPr>
          <p:cNvPr id="84" name="Google Shape;84;p14"/>
          <p:cNvSpPr/>
          <p:nvPr/>
        </p:nvSpPr>
        <p:spPr>
          <a:xfrm rot="10800000">
            <a:off x="710325" y="1180250"/>
            <a:ext cx="7723200" cy="30369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 name="Google Shape;85;p14"/>
          <p:cNvSpPr txBox="1">
            <a:spLocks noGrp="1"/>
          </p:cNvSpPr>
          <p:nvPr>
            <p:ph type="title"/>
          </p:nvPr>
        </p:nvSpPr>
        <p:spPr>
          <a:xfrm>
            <a:off x="1582500" y="3657399"/>
            <a:ext cx="5979000" cy="280200"/>
          </a:xfrm>
          <a:prstGeom prst="rect">
            <a:avLst/>
          </a:prstGeom>
          <a:solidFill>
            <a:schemeClr val="lt2"/>
          </a:solidFill>
        </p:spPr>
        <p:txBody>
          <a:bodyPr spcFirstLastPara="1" wrap="square" lIns="91425" tIns="91425" rIns="91425" bIns="91425" anchor="ctr" anchorCtr="0">
            <a:noAutofit/>
          </a:bodyPr>
          <a:lstStyle>
            <a:lvl1pPr lvl="0" rtl="0">
              <a:spcBef>
                <a:spcPts val="0"/>
              </a:spcBef>
              <a:spcAft>
                <a:spcPts val="0"/>
              </a:spcAft>
              <a:buClr>
                <a:schemeClr val="dk2"/>
              </a:buClr>
              <a:buSzPts val="1400"/>
              <a:buNone/>
              <a:defRPr sz="1800">
                <a:solidFill>
                  <a:schemeClr val="dk2"/>
                </a:solidFill>
              </a:defRPr>
            </a:lvl1pPr>
            <a:lvl2pPr lvl="1" rtl="0">
              <a:spcBef>
                <a:spcPts val="0"/>
              </a:spcBef>
              <a:spcAft>
                <a:spcPts val="0"/>
              </a:spcAft>
              <a:buSzPts val="2800"/>
              <a:buNone/>
              <a:defRPr>
                <a:latin typeface="Lato"/>
                <a:ea typeface="Lato"/>
                <a:cs typeface="Lato"/>
                <a:sym typeface="Lato"/>
              </a:defRPr>
            </a:lvl2pPr>
            <a:lvl3pPr lvl="2" rtl="0">
              <a:spcBef>
                <a:spcPts val="0"/>
              </a:spcBef>
              <a:spcAft>
                <a:spcPts val="0"/>
              </a:spcAft>
              <a:buSzPts val="2800"/>
              <a:buNone/>
              <a:defRPr>
                <a:latin typeface="Lato"/>
                <a:ea typeface="Lato"/>
                <a:cs typeface="Lato"/>
                <a:sym typeface="Lato"/>
              </a:defRPr>
            </a:lvl3pPr>
            <a:lvl4pPr lvl="3" rtl="0">
              <a:spcBef>
                <a:spcPts val="0"/>
              </a:spcBef>
              <a:spcAft>
                <a:spcPts val="0"/>
              </a:spcAft>
              <a:buSzPts val="2800"/>
              <a:buNone/>
              <a:defRPr>
                <a:latin typeface="Lato"/>
                <a:ea typeface="Lato"/>
                <a:cs typeface="Lato"/>
                <a:sym typeface="Lato"/>
              </a:defRPr>
            </a:lvl4pPr>
            <a:lvl5pPr lvl="4" rtl="0">
              <a:spcBef>
                <a:spcPts val="0"/>
              </a:spcBef>
              <a:spcAft>
                <a:spcPts val="0"/>
              </a:spcAft>
              <a:buSzPts val="2800"/>
              <a:buNone/>
              <a:defRPr>
                <a:latin typeface="Lato"/>
                <a:ea typeface="Lato"/>
                <a:cs typeface="Lato"/>
                <a:sym typeface="Lato"/>
              </a:defRPr>
            </a:lvl5pPr>
            <a:lvl6pPr lvl="5" rtl="0">
              <a:spcBef>
                <a:spcPts val="0"/>
              </a:spcBef>
              <a:spcAft>
                <a:spcPts val="0"/>
              </a:spcAft>
              <a:buSzPts val="2800"/>
              <a:buNone/>
              <a:defRPr>
                <a:latin typeface="Lato"/>
                <a:ea typeface="Lato"/>
                <a:cs typeface="Lato"/>
                <a:sym typeface="Lato"/>
              </a:defRPr>
            </a:lvl6pPr>
            <a:lvl7pPr lvl="6" rtl="0">
              <a:spcBef>
                <a:spcPts val="0"/>
              </a:spcBef>
              <a:spcAft>
                <a:spcPts val="0"/>
              </a:spcAft>
              <a:buSzPts val="2800"/>
              <a:buNone/>
              <a:defRPr>
                <a:latin typeface="Lato"/>
                <a:ea typeface="Lato"/>
                <a:cs typeface="Lato"/>
                <a:sym typeface="Lato"/>
              </a:defRPr>
            </a:lvl7pPr>
            <a:lvl8pPr lvl="7" rtl="0">
              <a:spcBef>
                <a:spcPts val="0"/>
              </a:spcBef>
              <a:spcAft>
                <a:spcPts val="0"/>
              </a:spcAft>
              <a:buSzPts val="2800"/>
              <a:buNone/>
              <a:defRPr>
                <a:latin typeface="Lato"/>
                <a:ea typeface="Lato"/>
                <a:cs typeface="Lato"/>
                <a:sym typeface="Lato"/>
              </a:defRPr>
            </a:lvl8pPr>
            <a:lvl9pPr lvl="8" rtl="0">
              <a:spcBef>
                <a:spcPts val="0"/>
              </a:spcBef>
              <a:spcAft>
                <a:spcPts val="0"/>
              </a:spcAft>
              <a:buSzPts val="2800"/>
              <a:buNone/>
              <a:defRPr>
                <a:latin typeface="Lato"/>
                <a:ea typeface="Lato"/>
                <a:cs typeface="Lato"/>
                <a:sym typeface="Lato"/>
              </a:defRPr>
            </a:lvl9pPr>
          </a:lstStyle>
          <a:p>
            <a:endParaRPr/>
          </a:p>
        </p:txBody>
      </p:sp>
      <p:sp>
        <p:nvSpPr>
          <p:cNvPr id="86" name="Google Shape;86;p14"/>
          <p:cNvSpPr txBox="1">
            <a:spLocks noGrp="1"/>
          </p:cNvSpPr>
          <p:nvPr>
            <p:ph type="subTitle" idx="1"/>
          </p:nvPr>
        </p:nvSpPr>
        <p:spPr>
          <a:xfrm>
            <a:off x="1582575" y="1288924"/>
            <a:ext cx="5979000" cy="19308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3000"/>
              <a:buNone/>
              <a:defRPr sz="30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only 1">
  <p:cSld name="CUSTOM_5">
    <p:spTree>
      <p:nvGrpSpPr>
        <p:cNvPr id="1" name="Shape 87"/>
        <p:cNvGrpSpPr/>
        <p:nvPr/>
      </p:nvGrpSpPr>
      <p:grpSpPr>
        <a:xfrm>
          <a:off x="0" y="0"/>
          <a:ext cx="0" cy="0"/>
          <a:chOff x="0" y="0"/>
          <a:chExt cx="0" cy="0"/>
        </a:xfrm>
      </p:grpSpPr>
      <p:pic>
        <p:nvPicPr>
          <p:cNvPr id="88" name="Google Shape;88;p15"/>
          <p:cNvPicPr preferRelativeResize="0"/>
          <p:nvPr/>
        </p:nvPicPr>
        <p:blipFill>
          <a:blip r:embed="rId2">
            <a:alphaModFix/>
          </a:blip>
          <a:stretch>
            <a:fillRect/>
          </a:stretch>
        </p:blipFill>
        <p:spPr>
          <a:xfrm rot="10800000" flipH="1">
            <a:off x="0" y="0"/>
            <a:ext cx="9144000" cy="5143505"/>
          </a:xfrm>
          <a:prstGeom prst="rect">
            <a:avLst/>
          </a:prstGeom>
          <a:noFill/>
          <a:ln>
            <a:noFill/>
          </a:ln>
        </p:spPr>
      </p:pic>
      <p:sp>
        <p:nvSpPr>
          <p:cNvPr id="89" name="Google Shape;89;p15"/>
          <p:cNvSpPr/>
          <p:nvPr/>
        </p:nvSpPr>
        <p:spPr>
          <a:xfrm>
            <a:off x="713150" y="1312550"/>
            <a:ext cx="7717800" cy="32907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 name="Google Shape;90;p15"/>
          <p:cNvSpPr txBox="1">
            <a:spLocks noGrp="1"/>
          </p:cNvSpPr>
          <p:nvPr>
            <p:ph type="title"/>
          </p:nvPr>
        </p:nvSpPr>
        <p:spPr>
          <a:xfrm>
            <a:off x="720000" y="540000"/>
            <a:ext cx="7704000" cy="477600"/>
          </a:xfrm>
          <a:prstGeom prst="rect">
            <a:avLst/>
          </a:prstGeom>
        </p:spPr>
        <p:txBody>
          <a:bodyPr spcFirstLastPara="1" wrap="square" lIns="91425" tIns="91425" rIns="91425" bIns="91425" anchor="ctr" anchorCtr="0">
            <a:noAutofit/>
          </a:bodyPr>
          <a:lstStyle>
            <a:lvl1pPr lvl="0" rtl="0">
              <a:spcBef>
                <a:spcPts val="0"/>
              </a:spcBef>
              <a:spcAft>
                <a:spcPts val="0"/>
              </a:spcAft>
              <a:buSzPts val="3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only 2">
  <p:cSld name="CUSTOM_5_1">
    <p:spTree>
      <p:nvGrpSpPr>
        <p:cNvPr id="1" name="Shape 91"/>
        <p:cNvGrpSpPr/>
        <p:nvPr/>
      </p:nvGrpSpPr>
      <p:grpSpPr>
        <a:xfrm>
          <a:off x="0" y="0"/>
          <a:ext cx="0" cy="0"/>
          <a:chOff x="0" y="0"/>
          <a:chExt cx="0" cy="0"/>
        </a:xfrm>
      </p:grpSpPr>
      <p:pic>
        <p:nvPicPr>
          <p:cNvPr id="92" name="Google Shape;92;p16"/>
          <p:cNvPicPr preferRelativeResize="0"/>
          <p:nvPr/>
        </p:nvPicPr>
        <p:blipFill>
          <a:blip r:embed="rId2">
            <a:alphaModFix/>
          </a:blip>
          <a:stretch>
            <a:fillRect/>
          </a:stretch>
        </p:blipFill>
        <p:spPr>
          <a:xfrm>
            <a:off x="0" y="0"/>
            <a:ext cx="9144000" cy="5143505"/>
          </a:xfrm>
          <a:prstGeom prst="rect">
            <a:avLst/>
          </a:prstGeom>
          <a:noFill/>
          <a:ln>
            <a:noFill/>
          </a:ln>
        </p:spPr>
      </p:pic>
      <p:sp>
        <p:nvSpPr>
          <p:cNvPr id="93" name="Google Shape;93;p16"/>
          <p:cNvSpPr txBox="1">
            <a:spLocks noGrp="1"/>
          </p:cNvSpPr>
          <p:nvPr>
            <p:ph type="title"/>
          </p:nvPr>
        </p:nvSpPr>
        <p:spPr>
          <a:xfrm>
            <a:off x="720000" y="540000"/>
            <a:ext cx="7704000" cy="477600"/>
          </a:xfrm>
          <a:prstGeom prst="rect">
            <a:avLst/>
          </a:prstGeom>
        </p:spPr>
        <p:txBody>
          <a:bodyPr spcFirstLastPara="1" wrap="square" lIns="91425" tIns="91425" rIns="91425" bIns="91425" anchor="ctr" anchorCtr="0">
            <a:noAutofit/>
          </a:bodyPr>
          <a:lstStyle>
            <a:lvl1pPr lvl="0" rtl="0">
              <a:spcBef>
                <a:spcPts val="0"/>
              </a:spcBef>
              <a:spcAft>
                <a:spcPts val="0"/>
              </a:spcAft>
              <a:buSzPts val="3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only 3">
  <p:cSld name="CUSTOM_5_2">
    <p:spTree>
      <p:nvGrpSpPr>
        <p:cNvPr id="1" name="Shape 94"/>
        <p:cNvGrpSpPr/>
        <p:nvPr/>
      </p:nvGrpSpPr>
      <p:grpSpPr>
        <a:xfrm>
          <a:off x="0" y="0"/>
          <a:ext cx="0" cy="0"/>
          <a:chOff x="0" y="0"/>
          <a:chExt cx="0" cy="0"/>
        </a:xfrm>
      </p:grpSpPr>
      <p:pic>
        <p:nvPicPr>
          <p:cNvPr id="95" name="Google Shape;95;p17"/>
          <p:cNvPicPr preferRelativeResize="0"/>
          <p:nvPr/>
        </p:nvPicPr>
        <p:blipFill>
          <a:blip r:embed="rId2">
            <a:alphaModFix/>
          </a:blip>
          <a:stretch>
            <a:fillRect/>
          </a:stretch>
        </p:blipFill>
        <p:spPr>
          <a:xfrm rot="10800000">
            <a:off x="0" y="0"/>
            <a:ext cx="9144000" cy="5143505"/>
          </a:xfrm>
          <a:prstGeom prst="rect">
            <a:avLst/>
          </a:prstGeom>
          <a:noFill/>
          <a:ln>
            <a:noFill/>
          </a:ln>
        </p:spPr>
      </p:pic>
      <p:sp>
        <p:nvSpPr>
          <p:cNvPr id="96" name="Google Shape;96;p17"/>
          <p:cNvSpPr/>
          <p:nvPr/>
        </p:nvSpPr>
        <p:spPr>
          <a:xfrm>
            <a:off x="720100" y="1313050"/>
            <a:ext cx="2706300" cy="32904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 name="Google Shape;97;p17"/>
          <p:cNvSpPr txBox="1">
            <a:spLocks noGrp="1"/>
          </p:cNvSpPr>
          <p:nvPr>
            <p:ph type="title"/>
          </p:nvPr>
        </p:nvSpPr>
        <p:spPr>
          <a:xfrm>
            <a:off x="720000" y="540000"/>
            <a:ext cx="7704000" cy="477600"/>
          </a:xfrm>
          <a:prstGeom prst="rect">
            <a:avLst/>
          </a:prstGeom>
        </p:spPr>
        <p:txBody>
          <a:bodyPr spcFirstLastPara="1" wrap="square" lIns="91425" tIns="91425" rIns="91425" bIns="91425" anchor="ctr" anchorCtr="0">
            <a:noAutofit/>
          </a:bodyPr>
          <a:lstStyle>
            <a:lvl1pPr lvl="0" rtl="0">
              <a:spcBef>
                <a:spcPts val="0"/>
              </a:spcBef>
              <a:spcAft>
                <a:spcPts val="0"/>
              </a:spcAft>
              <a:buSzPts val="3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only 4">
  <p:cSld name="CUSTOM_5_2_1">
    <p:spTree>
      <p:nvGrpSpPr>
        <p:cNvPr id="1" name="Shape 98"/>
        <p:cNvGrpSpPr/>
        <p:nvPr/>
      </p:nvGrpSpPr>
      <p:grpSpPr>
        <a:xfrm>
          <a:off x="0" y="0"/>
          <a:ext cx="0" cy="0"/>
          <a:chOff x="0" y="0"/>
          <a:chExt cx="0" cy="0"/>
        </a:xfrm>
      </p:grpSpPr>
      <p:pic>
        <p:nvPicPr>
          <p:cNvPr id="99" name="Google Shape;99;p18"/>
          <p:cNvPicPr preferRelativeResize="0"/>
          <p:nvPr/>
        </p:nvPicPr>
        <p:blipFill>
          <a:blip r:embed="rId2">
            <a:alphaModFix/>
          </a:blip>
          <a:stretch>
            <a:fillRect/>
          </a:stretch>
        </p:blipFill>
        <p:spPr>
          <a:xfrm flipH="1">
            <a:off x="0" y="0"/>
            <a:ext cx="9144000" cy="5143505"/>
          </a:xfrm>
          <a:prstGeom prst="rect">
            <a:avLst/>
          </a:prstGeom>
          <a:noFill/>
          <a:ln>
            <a:noFill/>
          </a:ln>
        </p:spPr>
      </p:pic>
      <p:sp>
        <p:nvSpPr>
          <p:cNvPr id="100" name="Google Shape;100;p18"/>
          <p:cNvSpPr txBox="1">
            <a:spLocks noGrp="1"/>
          </p:cNvSpPr>
          <p:nvPr>
            <p:ph type="title"/>
          </p:nvPr>
        </p:nvSpPr>
        <p:spPr>
          <a:xfrm>
            <a:off x="720000" y="540000"/>
            <a:ext cx="7704000" cy="477600"/>
          </a:xfrm>
          <a:prstGeom prst="rect">
            <a:avLst/>
          </a:prstGeom>
        </p:spPr>
        <p:txBody>
          <a:bodyPr spcFirstLastPara="1" wrap="square" lIns="91425" tIns="91425" rIns="91425" bIns="91425" anchor="ctr" anchorCtr="0">
            <a:noAutofit/>
          </a:bodyPr>
          <a:lstStyle>
            <a:lvl1pPr lvl="0" rtl="0">
              <a:spcBef>
                <a:spcPts val="0"/>
              </a:spcBef>
              <a:spcAft>
                <a:spcPts val="0"/>
              </a:spcAft>
              <a:buSzPts val="3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and text 1">
  <p:cSld name="CUSTOM_9">
    <p:spTree>
      <p:nvGrpSpPr>
        <p:cNvPr id="1" name="Shape 101"/>
        <p:cNvGrpSpPr/>
        <p:nvPr/>
      </p:nvGrpSpPr>
      <p:grpSpPr>
        <a:xfrm>
          <a:off x="0" y="0"/>
          <a:ext cx="0" cy="0"/>
          <a:chOff x="0" y="0"/>
          <a:chExt cx="0" cy="0"/>
        </a:xfrm>
      </p:grpSpPr>
      <p:pic>
        <p:nvPicPr>
          <p:cNvPr id="102" name="Google Shape;102;p19"/>
          <p:cNvPicPr preferRelativeResize="0"/>
          <p:nvPr/>
        </p:nvPicPr>
        <p:blipFill>
          <a:blip r:embed="rId2">
            <a:alphaModFix/>
          </a:blip>
          <a:stretch>
            <a:fillRect/>
          </a:stretch>
        </p:blipFill>
        <p:spPr>
          <a:xfrm flipH="1">
            <a:off x="0" y="0"/>
            <a:ext cx="9144000" cy="5143529"/>
          </a:xfrm>
          <a:prstGeom prst="rect">
            <a:avLst/>
          </a:prstGeom>
          <a:noFill/>
          <a:ln>
            <a:noFill/>
          </a:ln>
        </p:spPr>
      </p:pic>
      <p:sp>
        <p:nvSpPr>
          <p:cNvPr id="103" name="Google Shape;103;p19"/>
          <p:cNvSpPr/>
          <p:nvPr/>
        </p:nvSpPr>
        <p:spPr>
          <a:xfrm>
            <a:off x="720000" y="1391238"/>
            <a:ext cx="3312600" cy="23610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 name="Google Shape;104;p19"/>
          <p:cNvSpPr txBox="1">
            <a:spLocks noGrp="1"/>
          </p:cNvSpPr>
          <p:nvPr>
            <p:ph type="title"/>
          </p:nvPr>
        </p:nvSpPr>
        <p:spPr>
          <a:xfrm>
            <a:off x="1285450" y="1470963"/>
            <a:ext cx="2451900" cy="640200"/>
          </a:xfrm>
          <a:prstGeom prst="rect">
            <a:avLst/>
          </a:prstGeom>
        </p:spPr>
        <p:txBody>
          <a:bodyPr spcFirstLastPara="1" wrap="square" lIns="91425" tIns="91425" rIns="91425" bIns="91425" anchor="b" anchorCtr="0">
            <a:noAutofit/>
          </a:bodyPr>
          <a:lstStyle>
            <a:lvl1pPr lvl="0" algn="r" rtl="0">
              <a:spcBef>
                <a:spcPts val="0"/>
              </a:spcBef>
              <a:spcAft>
                <a:spcPts val="0"/>
              </a:spcAft>
              <a:buSzPts val="3000"/>
              <a:buNone/>
              <a:defRPr/>
            </a:lvl1pPr>
            <a:lvl2pPr lvl="1" rtl="0">
              <a:spcBef>
                <a:spcPts val="0"/>
              </a:spcBef>
              <a:spcAft>
                <a:spcPts val="0"/>
              </a:spcAft>
              <a:buSzPts val="2800"/>
              <a:buNone/>
              <a:defRPr>
                <a:latin typeface="Roboto"/>
                <a:ea typeface="Roboto"/>
                <a:cs typeface="Roboto"/>
                <a:sym typeface="Roboto"/>
              </a:defRPr>
            </a:lvl2pPr>
            <a:lvl3pPr lvl="2" rtl="0">
              <a:spcBef>
                <a:spcPts val="0"/>
              </a:spcBef>
              <a:spcAft>
                <a:spcPts val="0"/>
              </a:spcAft>
              <a:buSzPts val="2800"/>
              <a:buNone/>
              <a:defRPr>
                <a:latin typeface="Roboto"/>
                <a:ea typeface="Roboto"/>
                <a:cs typeface="Roboto"/>
                <a:sym typeface="Roboto"/>
              </a:defRPr>
            </a:lvl3pPr>
            <a:lvl4pPr lvl="3" rtl="0">
              <a:spcBef>
                <a:spcPts val="0"/>
              </a:spcBef>
              <a:spcAft>
                <a:spcPts val="0"/>
              </a:spcAft>
              <a:buSzPts val="2800"/>
              <a:buNone/>
              <a:defRPr>
                <a:latin typeface="Roboto"/>
                <a:ea typeface="Roboto"/>
                <a:cs typeface="Roboto"/>
                <a:sym typeface="Roboto"/>
              </a:defRPr>
            </a:lvl4pPr>
            <a:lvl5pPr lvl="4" rtl="0">
              <a:spcBef>
                <a:spcPts val="0"/>
              </a:spcBef>
              <a:spcAft>
                <a:spcPts val="0"/>
              </a:spcAft>
              <a:buSzPts val="2800"/>
              <a:buNone/>
              <a:defRPr>
                <a:latin typeface="Roboto"/>
                <a:ea typeface="Roboto"/>
                <a:cs typeface="Roboto"/>
                <a:sym typeface="Roboto"/>
              </a:defRPr>
            </a:lvl5pPr>
            <a:lvl6pPr lvl="5" rtl="0">
              <a:spcBef>
                <a:spcPts val="0"/>
              </a:spcBef>
              <a:spcAft>
                <a:spcPts val="0"/>
              </a:spcAft>
              <a:buSzPts val="2800"/>
              <a:buNone/>
              <a:defRPr>
                <a:latin typeface="Roboto"/>
                <a:ea typeface="Roboto"/>
                <a:cs typeface="Roboto"/>
                <a:sym typeface="Roboto"/>
              </a:defRPr>
            </a:lvl6pPr>
            <a:lvl7pPr lvl="6" rtl="0">
              <a:spcBef>
                <a:spcPts val="0"/>
              </a:spcBef>
              <a:spcAft>
                <a:spcPts val="0"/>
              </a:spcAft>
              <a:buSzPts val="2800"/>
              <a:buNone/>
              <a:defRPr>
                <a:latin typeface="Roboto"/>
                <a:ea typeface="Roboto"/>
                <a:cs typeface="Roboto"/>
                <a:sym typeface="Roboto"/>
              </a:defRPr>
            </a:lvl7pPr>
            <a:lvl8pPr lvl="7" rtl="0">
              <a:spcBef>
                <a:spcPts val="0"/>
              </a:spcBef>
              <a:spcAft>
                <a:spcPts val="0"/>
              </a:spcAft>
              <a:buSzPts val="2800"/>
              <a:buNone/>
              <a:defRPr>
                <a:latin typeface="Roboto"/>
                <a:ea typeface="Roboto"/>
                <a:cs typeface="Roboto"/>
                <a:sym typeface="Roboto"/>
              </a:defRPr>
            </a:lvl8pPr>
            <a:lvl9pPr lvl="8" rtl="0">
              <a:spcBef>
                <a:spcPts val="0"/>
              </a:spcBef>
              <a:spcAft>
                <a:spcPts val="0"/>
              </a:spcAft>
              <a:buSzPts val="2800"/>
              <a:buNone/>
              <a:defRPr>
                <a:latin typeface="Roboto"/>
                <a:ea typeface="Roboto"/>
                <a:cs typeface="Roboto"/>
                <a:sym typeface="Roboto"/>
              </a:defRPr>
            </a:lvl9pPr>
          </a:lstStyle>
          <a:p>
            <a:endParaRPr/>
          </a:p>
        </p:txBody>
      </p:sp>
      <p:sp>
        <p:nvSpPr>
          <p:cNvPr id="105" name="Google Shape;105;p19"/>
          <p:cNvSpPr txBox="1">
            <a:spLocks noGrp="1"/>
          </p:cNvSpPr>
          <p:nvPr>
            <p:ph type="subTitle" idx="1"/>
          </p:nvPr>
        </p:nvSpPr>
        <p:spPr>
          <a:xfrm>
            <a:off x="1285450" y="2367288"/>
            <a:ext cx="2451900" cy="12291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400"/>
              <a:buNone/>
              <a:defRPr/>
            </a:lvl1pPr>
            <a:lvl2pPr lvl="1" rtl="0">
              <a:lnSpc>
                <a:spcPct val="100000"/>
              </a:lnSpc>
              <a:spcBef>
                <a:spcPts val="0"/>
              </a:spcBef>
              <a:spcAft>
                <a:spcPts val="0"/>
              </a:spcAft>
              <a:buSzPts val="2100"/>
              <a:buNone/>
              <a:defRPr sz="2100"/>
            </a:lvl2pPr>
            <a:lvl3pPr lvl="2" rtl="0">
              <a:lnSpc>
                <a:spcPct val="100000"/>
              </a:lnSpc>
              <a:spcBef>
                <a:spcPts val="0"/>
              </a:spcBef>
              <a:spcAft>
                <a:spcPts val="0"/>
              </a:spcAft>
              <a:buSzPts val="2100"/>
              <a:buNone/>
              <a:defRPr sz="2100"/>
            </a:lvl3pPr>
            <a:lvl4pPr lvl="3" rtl="0">
              <a:lnSpc>
                <a:spcPct val="100000"/>
              </a:lnSpc>
              <a:spcBef>
                <a:spcPts val="0"/>
              </a:spcBef>
              <a:spcAft>
                <a:spcPts val="0"/>
              </a:spcAft>
              <a:buSzPts val="2100"/>
              <a:buNone/>
              <a:defRPr sz="2100"/>
            </a:lvl4pPr>
            <a:lvl5pPr lvl="4" rtl="0">
              <a:lnSpc>
                <a:spcPct val="100000"/>
              </a:lnSpc>
              <a:spcBef>
                <a:spcPts val="0"/>
              </a:spcBef>
              <a:spcAft>
                <a:spcPts val="0"/>
              </a:spcAft>
              <a:buSzPts val="2100"/>
              <a:buNone/>
              <a:defRPr sz="2100"/>
            </a:lvl5pPr>
            <a:lvl6pPr lvl="5" rtl="0">
              <a:lnSpc>
                <a:spcPct val="100000"/>
              </a:lnSpc>
              <a:spcBef>
                <a:spcPts val="0"/>
              </a:spcBef>
              <a:spcAft>
                <a:spcPts val="0"/>
              </a:spcAft>
              <a:buSzPts val="2100"/>
              <a:buNone/>
              <a:defRPr sz="2100"/>
            </a:lvl6pPr>
            <a:lvl7pPr lvl="6" rtl="0">
              <a:lnSpc>
                <a:spcPct val="100000"/>
              </a:lnSpc>
              <a:spcBef>
                <a:spcPts val="0"/>
              </a:spcBef>
              <a:spcAft>
                <a:spcPts val="0"/>
              </a:spcAft>
              <a:buSzPts val="2100"/>
              <a:buNone/>
              <a:defRPr sz="2100"/>
            </a:lvl7pPr>
            <a:lvl8pPr lvl="7" rtl="0">
              <a:lnSpc>
                <a:spcPct val="100000"/>
              </a:lnSpc>
              <a:spcBef>
                <a:spcPts val="0"/>
              </a:spcBef>
              <a:spcAft>
                <a:spcPts val="0"/>
              </a:spcAft>
              <a:buSzPts val="2100"/>
              <a:buNone/>
              <a:defRPr sz="2100"/>
            </a:lvl8pPr>
            <a:lvl9pPr lvl="8" rtl="0">
              <a:lnSpc>
                <a:spcPct val="100000"/>
              </a:lnSpc>
              <a:spcBef>
                <a:spcPts val="0"/>
              </a:spcBef>
              <a:spcAft>
                <a:spcPts val="0"/>
              </a:spcAft>
              <a:buSzPts val="2100"/>
              <a:buNone/>
              <a:defRPr sz="2100"/>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and text 2">
  <p:cSld name="CUSTOM_9_1">
    <p:spTree>
      <p:nvGrpSpPr>
        <p:cNvPr id="1" name="Shape 106"/>
        <p:cNvGrpSpPr/>
        <p:nvPr/>
      </p:nvGrpSpPr>
      <p:grpSpPr>
        <a:xfrm>
          <a:off x="0" y="0"/>
          <a:ext cx="0" cy="0"/>
          <a:chOff x="0" y="0"/>
          <a:chExt cx="0" cy="0"/>
        </a:xfrm>
      </p:grpSpPr>
      <p:pic>
        <p:nvPicPr>
          <p:cNvPr id="107" name="Google Shape;107;p20"/>
          <p:cNvPicPr preferRelativeResize="0"/>
          <p:nvPr/>
        </p:nvPicPr>
        <p:blipFill>
          <a:blip r:embed="rId2">
            <a:alphaModFix/>
          </a:blip>
          <a:stretch>
            <a:fillRect/>
          </a:stretch>
        </p:blipFill>
        <p:spPr>
          <a:xfrm>
            <a:off x="50" y="0"/>
            <a:ext cx="9144000" cy="5143500"/>
          </a:xfrm>
          <a:prstGeom prst="rect">
            <a:avLst/>
          </a:prstGeom>
          <a:noFill/>
          <a:ln>
            <a:noFill/>
          </a:ln>
        </p:spPr>
      </p:pic>
      <p:sp>
        <p:nvSpPr>
          <p:cNvPr id="108" name="Google Shape;108;p20"/>
          <p:cNvSpPr/>
          <p:nvPr/>
        </p:nvSpPr>
        <p:spPr>
          <a:xfrm rot="10800000" flipH="1">
            <a:off x="1840750" y="1545725"/>
            <a:ext cx="5448300" cy="22290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 name="Google Shape;109;p20"/>
          <p:cNvSpPr txBox="1">
            <a:spLocks noGrp="1"/>
          </p:cNvSpPr>
          <p:nvPr>
            <p:ph type="title"/>
          </p:nvPr>
        </p:nvSpPr>
        <p:spPr>
          <a:xfrm>
            <a:off x="2195624" y="1734150"/>
            <a:ext cx="4752900" cy="551400"/>
          </a:xfrm>
          <a:prstGeom prst="rect">
            <a:avLst/>
          </a:prstGeom>
        </p:spPr>
        <p:txBody>
          <a:bodyPr spcFirstLastPara="1" wrap="square" lIns="91425" tIns="91425" rIns="91425" bIns="91425" anchor="b" anchorCtr="0">
            <a:noAutofit/>
          </a:bodyPr>
          <a:lstStyle>
            <a:lvl1pPr lvl="0" rtl="0">
              <a:spcBef>
                <a:spcPts val="0"/>
              </a:spcBef>
              <a:spcAft>
                <a:spcPts val="0"/>
              </a:spcAft>
              <a:buSzPts val="3000"/>
              <a:buNone/>
              <a:defRPr/>
            </a:lvl1pPr>
            <a:lvl2pPr lvl="1" rtl="0">
              <a:spcBef>
                <a:spcPts val="0"/>
              </a:spcBef>
              <a:spcAft>
                <a:spcPts val="0"/>
              </a:spcAft>
              <a:buSzPts val="2800"/>
              <a:buNone/>
              <a:defRPr>
                <a:latin typeface="Roboto"/>
                <a:ea typeface="Roboto"/>
                <a:cs typeface="Roboto"/>
                <a:sym typeface="Roboto"/>
              </a:defRPr>
            </a:lvl2pPr>
            <a:lvl3pPr lvl="2" rtl="0">
              <a:spcBef>
                <a:spcPts val="0"/>
              </a:spcBef>
              <a:spcAft>
                <a:spcPts val="0"/>
              </a:spcAft>
              <a:buSzPts val="2800"/>
              <a:buNone/>
              <a:defRPr>
                <a:latin typeface="Roboto"/>
                <a:ea typeface="Roboto"/>
                <a:cs typeface="Roboto"/>
                <a:sym typeface="Roboto"/>
              </a:defRPr>
            </a:lvl3pPr>
            <a:lvl4pPr lvl="3" rtl="0">
              <a:spcBef>
                <a:spcPts val="0"/>
              </a:spcBef>
              <a:spcAft>
                <a:spcPts val="0"/>
              </a:spcAft>
              <a:buSzPts val="2800"/>
              <a:buNone/>
              <a:defRPr>
                <a:latin typeface="Roboto"/>
                <a:ea typeface="Roboto"/>
                <a:cs typeface="Roboto"/>
                <a:sym typeface="Roboto"/>
              </a:defRPr>
            </a:lvl4pPr>
            <a:lvl5pPr lvl="4" rtl="0">
              <a:spcBef>
                <a:spcPts val="0"/>
              </a:spcBef>
              <a:spcAft>
                <a:spcPts val="0"/>
              </a:spcAft>
              <a:buSzPts val="2800"/>
              <a:buNone/>
              <a:defRPr>
                <a:latin typeface="Roboto"/>
                <a:ea typeface="Roboto"/>
                <a:cs typeface="Roboto"/>
                <a:sym typeface="Roboto"/>
              </a:defRPr>
            </a:lvl5pPr>
            <a:lvl6pPr lvl="5" rtl="0">
              <a:spcBef>
                <a:spcPts val="0"/>
              </a:spcBef>
              <a:spcAft>
                <a:spcPts val="0"/>
              </a:spcAft>
              <a:buSzPts val="2800"/>
              <a:buNone/>
              <a:defRPr>
                <a:latin typeface="Roboto"/>
                <a:ea typeface="Roboto"/>
                <a:cs typeface="Roboto"/>
                <a:sym typeface="Roboto"/>
              </a:defRPr>
            </a:lvl6pPr>
            <a:lvl7pPr lvl="6" rtl="0">
              <a:spcBef>
                <a:spcPts val="0"/>
              </a:spcBef>
              <a:spcAft>
                <a:spcPts val="0"/>
              </a:spcAft>
              <a:buSzPts val="2800"/>
              <a:buNone/>
              <a:defRPr>
                <a:latin typeface="Roboto"/>
                <a:ea typeface="Roboto"/>
                <a:cs typeface="Roboto"/>
                <a:sym typeface="Roboto"/>
              </a:defRPr>
            </a:lvl7pPr>
            <a:lvl8pPr lvl="7" rtl="0">
              <a:spcBef>
                <a:spcPts val="0"/>
              </a:spcBef>
              <a:spcAft>
                <a:spcPts val="0"/>
              </a:spcAft>
              <a:buSzPts val="2800"/>
              <a:buNone/>
              <a:defRPr>
                <a:latin typeface="Roboto"/>
                <a:ea typeface="Roboto"/>
                <a:cs typeface="Roboto"/>
                <a:sym typeface="Roboto"/>
              </a:defRPr>
            </a:lvl8pPr>
            <a:lvl9pPr lvl="8" rtl="0">
              <a:spcBef>
                <a:spcPts val="0"/>
              </a:spcBef>
              <a:spcAft>
                <a:spcPts val="0"/>
              </a:spcAft>
              <a:buSzPts val="2800"/>
              <a:buNone/>
              <a:defRPr>
                <a:latin typeface="Roboto"/>
                <a:ea typeface="Roboto"/>
                <a:cs typeface="Roboto"/>
                <a:sym typeface="Roboto"/>
              </a:defRPr>
            </a:lvl9pPr>
          </a:lstStyle>
          <a:p>
            <a:endParaRPr/>
          </a:p>
        </p:txBody>
      </p:sp>
      <p:sp>
        <p:nvSpPr>
          <p:cNvPr id="110" name="Google Shape;110;p20"/>
          <p:cNvSpPr txBox="1">
            <a:spLocks noGrp="1"/>
          </p:cNvSpPr>
          <p:nvPr>
            <p:ph type="subTitle" idx="1"/>
          </p:nvPr>
        </p:nvSpPr>
        <p:spPr>
          <a:xfrm>
            <a:off x="2195425" y="2396600"/>
            <a:ext cx="4752900" cy="12039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rtl="0">
              <a:lnSpc>
                <a:spcPct val="100000"/>
              </a:lnSpc>
              <a:spcBef>
                <a:spcPts val="0"/>
              </a:spcBef>
              <a:spcAft>
                <a:spcPts val="0"/>
              </a:spcAft>
              <a:buSzPts val="2100"/>
              <a:buNone/>
              <a:defRPr sz="2100"/>
            </a:lvl2pPr>
            <a:lvl3pPr lvl="2" rtl="0">
              <a:lnSpc>
                <a:spcPct val="100000"/>
              </a:lnSpc>
              <a:spcBef>
                <a:spcPts val="0"/>
              </a:spcBef>
              <a:spcAft>
                <a:spcPts val="0"/>
              </a:spcAft>
              <a:buSzPts val="2100"/>
              <a:buNone/>
              <a:defRPr sz="2100"/>
            </a:lvl3pPr>
            <a:lvl4pPr lvl="3" rtl="0">
              <a:lnSpc>
                <a:spcPct val="100000"/>
              </a:lnSpc>
              <a:spcBef>
                <a:spcPts val="0"/>
              </a:spcBef>
              <a:spcAft>
                <a:spcPts val="0"/>
              </a:spcAft>
              <a:buSzPts val="2100"/>
              <a:buNone/>
              <a:defRPr sz="2100"/>
            </a:lvl4pPr>
            <a:lvl5pPr lvl="4" rtl="0">
              <a:lnSpc>
                <a:spcPct val="100000"/>
              </a:lnSpc>
              <a:spcBef>
                <a:spcPts val="0"/>
              </a:spcBef>
              <a:spcAft>
                <a:spcPts val="0"/>
              </a:spcAft>
              <a:buSzPts val="2100"/>
              <a:buNone/>
              <a:defRPr sz="2100"/>
            </a:lvl5pPr>
            <a:lvl6pPr lvl="5" rtl="0">
              <a:lnSpc>
                <a:spcPct val="100000"/>
              </a:lnSpc>
              <a:spcBef>
                <a:spcPts val="0"/>
              </a:spcBef>
              <a:spcAft>
                <a:spcPts val="0"/>
              </a:spcAft>
              <a:buSzPts val="2100"/>
              <a:buNone/>
              <a:defRPr sz="2100"/>
            </a:lvl6pPr>
            <a:lvl7pPr lvl="6" rtl="0">
              <a:lnSpc>
                <a:spcPct val="100000"/>
              </a:lnSpc>
              <a:spcBef>
                <a:spcPts val="0"/>
              </a:spcBef>
              <a:spcAft>
                <a:spcPts val="0"/>
              </a:spcAft>
              <a:buSzPts val="2100"/>
              <a:buNone/>
              <a:defRPr sz="2100"/>
            </a:lvl7pPr>
            <a:lvl8pPr lvl="7" rtl="0">
              <a:lnSpc>
                <a:spcPct val="100000"/>
              </a:lnSpc>
              <a:spcBef>
                <a:spcPts val="0"/>
              </a:spcBef>
              <a:spcAft>
                <a:spcPts val="0"/>
              </a:spcAft>
              <a:buSzPts val="2100"/>
              <a:buNone/>
              <a:defRPr sz="2100"/>
            </a:lvl8pPr>
            <a:lvl9pPr lvl="8" rtl="0">
              <a:lnSpc>
                <a:spcPct val="100000"/>
              </a:lnSpc>
              <a:spcBef>
                <a:spcPts val="0"/>
              </a:spcBef>
              <a:spcAft>
                <a:spcPts val="0"/>
              </a:spcAft>
              <a:buSzPts val="2100"/>
              <a:buNone/>
              <a:defRPr sz="2100"/>
            </a:lvl9pPr>
          </a:lstStyle>
          <a:p>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and text 3">
  <p:cSld name="CUSTOM_9_1_1">
    <p:spTree>
      <p:nvGrpSpPr>
        <p:cNvPr id="1" name="Shape 111"/>
        <p:cNvGrpSpPr/>
        <p:nvPr/>
      </p:nvGrpSpPr>
      <p:grpSpPr>
        <a:xfrm>
          <a:off x="0" y="0"/>
          <a:ext cx="0" cy="0"/>
          <a:chOff x="0" y="0"/>
          <a:chExt cx="0" cy="0"/>
        </a:xfrm>
      </p:grpSpPr>
      <p:pic>
        <p:nvPicPr>
          <p:cNvPr id="112" name="Google Shape;112;p21"/>
          <p:cNvPicPr preferRelativeResize="0"/>
          <p:nvPr/>
        </p:nvPicPr>
        <p:blipFill>
          <a:blip r:embed="rId2">
            <a:alphaModFix/>
          </a:blip>
          <a:stretch>
            <a:fillRect/>
          </a:stretch>
        </p:blipFill>
        <p:spPr>
          <a:xfrm rot="10800000" flipH="1">
            <a:off x="50" y="0"/>
            <a:ext cx="9144000" cy="5143500"/>
          </a:xfrm>
          <a:prstGeom prst="rect">
            <a:avLst/>
          </a:prstGeom>
          <a:noFill/>
          <a:ln>
            <a:noFill/>
          </a:ln>
        </p:spPr>
      </p:pic>
      <p:sp>
        <p:nvSpPr>
          <p:cNvPr id="113" name="Google Shape;113;p21"/>
          <p:cNvSpPr/>
          <p:nvPr/>
        </p:nvSpPr>
        <p:spPr>
          <a:xfrm>
            <a:off x="3578850" y="1501675"/>
            <a:ext cx="4845000" cy="22554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 name="Google Shape;114;p21"/>
          <p:cNvSpPr txBox="1">
            <a:spLocks noGrp="1"/>
          </p:cNvSpPr>
          <p:nvPr>
            <p:ph type="title"/>
          </p:nvPr>
        </p:nvSpPr>
        <p:spPr>
          <a:xfrm>
            <a:off x="3709925" y="1583037"/>
            <a:ext cx="4611300" cy="654600"/>
          </a:xfrm>
          <a:prstGeom prst="rect">
            <a:avLst/>
          </a:prstGeom>
        </p:spPr>
        <p:txBody>
          <a:bodyPr spcFirstLastPara="1" wrap="square" lIns="91425" tIns="91425" rIns="91425" bIns="91425" anchor="b" anchorCtr="0">
            <a:noAutofit/>
          </a:bodyPr>
          <a:lstStyle>
            <a:lvl1pPr lvl="0" algn="l" rtl="0">
              <a:spcBef>
                <a:spcPts val="0"/>
              </a:spcBef>
              <a:spcAft>
                <a:spcPts val="0"/>
              </a:spcAft>
              <a:buSzPts val="3000"/>
              <a:buNone/>
              <a:defRPr/>
            </a:lvl1pPr>
            <a:lvl2pPr lvl="1" algn="r" rtl="0">
              <a:spcBef>
                <a:spcPts val="0"/>
              </a:spcBef>
              <a:spcAft>
                <a:spcPts val="0"/>
              </a:spcAft>
              <a:buSzPts val="2800"/>
              <a:buNone/>
              <a:defRPr>
                <a:latin typeface="Roboto"/>
                <a:ea typeface="Roboto"/>
                <a:cs typeface="Roboto"/>
                <a:sym typeface="Roboto"/>
              </a:defRPr>
            </a:lvl2pPr>
            <a:lvl3pPr lvl="2" algn="r" rtl="0">
              <a:spcBef>
                <a:spcPts val="0"/>
              </a:spcBef>
              <a:spcAft>
                <a:spcPts val="0"/>
              </a:spcAft>
              <a:buSzPts val="2800"/>
              <a:buNone/>
              <a:defRPr>
                <a:latin typeface="Roboto"/>
                <a:ea typeface="Roboto"/>
                <a:cs typeface="Roboto"/>
                <a:sym typeface="Roboto"/>
              </a:defRPr>
            </a:lvl3pPr>
            <a:lvl4pPr lvl="3" algn="r" rtl="0">
              <a:spcBef>
                <a:spcPts val="0"/>
              </a:spcBef>
              <a:spcAft>
                <a:spcPts val="0"/>
              </a:spcAft>
              <a:buSzPts val="2800"/>
              <a:buNone/>
              <a:defRPr>
                <a:latin typeface="Roboto"/>
                <a:ea typeface="Roboto"/>
                <a:cs typeface="Roboto"/>
                <a:sym typeface="Roboto"/>
              </a:defRPr>
            </a:lvl4pPr>
            <a:lvl5pPr lvl="4" algn="r" rtl="0">
              <a:spcBef>
                <a:spcPts val="0"/>
              </a:spcBef>
              <a:spcAft>
                <a:spcPts val="0"/>
              </a:spcAft>
              <a:buSzPts val="2800"/>
              <a:buNone/>
              <a:defRPr>
                <a:latin typeface="Roboto"/>
                <a:ea typeface="Roboto"/>
                <a:cs typeface="Roboto"/>
                <a:sym typeface="Roboto"/>
              </a:defRPr>
            </a:lvl5pPr>
            <a:lvl6pPr lvl="5" algn="r" rtl="0">
              <a:spcBef>
                <a:spcPts val="0"/>
              </a:spcBef>
              <a:spcAft>
                <a:spcPts val="0"/>
              </a:spcAft>
              <a:buSzPts val="2800"/>
              <a:buNone/>
              <a:defRPr>
                <a:latin typeface="Roboto"/>
                <a:ea typeface="Roboto"/>
                <a:cs typeface="Roboto"/>
                <a:sym typeface="Roboto"/>
              </a:defRPr>
            </a:lvl6pPr>
            <a:lvl7pPr lvl="6" algn="r" rtl="0">
              <a:spcBef>
                <a:spcPts val="0"/>
              </a:spcBef>
              <a:spcAft>
                <a:spcPts val="0"/>
              </a:spcAft>
              <a:buSzPts val="2800"/>
              <a:buNone/>
              <a:defRPr>
                <a:latin typeface="Roboto"/>
                <a:ea typeface="Roboto"/>
                <a:cs typeface="Roboto"/>
                <a:sym typeface="Roboto"/>
              </a:defRPr>
            </a:lvl7pPr>
            <a:lvl8pPr lvl="7" algn="r" rtl="0">
              <a:spcBef>
                <a:spcPts val="0"/>
              </a:spcBef>
              <a:spcAft>
                <a:spcPts val="0"/>
              </a:spcAft>
              <a:buSzPts val="2800"/>
              <a:buNone/>
              <a:defRPr>
                <a:latin typeface="Roboto"/>
                <a:ea typeface="Roboto"/>
                <a:cs typeface="Roboto"/>
                <a:sym typeface="Roboto"/>
              </a:defRPr>
            </a:lvl8pPr>
            <a:lvl9pPr lvl="8" algn="r" rtl="0">
              <a:spcBef>
                <a:spcPts val="0"/>
              </a:spcBef>
              <a:spcAft>
                <a:spcPts val="0"/>
              </a:spcAft>
              <a:buSzPts val="2800"/>
              <a:buNone/>
              <a:defRPr>
                <a:latin typeface="Roboto"/>
                <a:ea typeface="Roboto"/>
                <a:cs typeface="Roboto"/>
                <a:sym typeface="Roboto"/>
              </a:defRPr>
            </a:lvl9pPr>
          </a:lstStyle>
          <a:p>
            <a:endParaRPr/>
          </a:p>
        </p:txBody>
      </p:sp>
      <p:sp>
        <p:nvSpPr>
          <p:cNvPr id="115" name="Google Shape;115;p21"/>
          <p:cNvSpPr txBox="1">
            <a:spLocks noGrp="1"/>
          </p:cNvSpPr>
          <p:nvPr>
            <p:ph type="subTitle" idx="1"/>
          </p:nvPr>
        </p:nvSpPr>
        <p:spPr>
          <a:xfrm>
            <a:off x="3709925" y="2360009"/>
            <a:ext cx="4611300" cy="11664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algn="r" rtl="0">
              <a:lnSpc>
                <a:spcPct val="100000"/>
              </a:lnSpc>
              <a:spcBef>
                <a:spcPts val="0"/>
              </a:spcBef>
              <a:spcAft>
                <a:spcPts val="0"/>
              </a:spcAft>
              <a:buSzPts val="2100"/>
              <a:buNone/>
              <a:defRPr sz="2100"/>
            </a:lvl2pPr>
            <a:lvl3pPr lvl="2" algn="r" rtl="0">
              <a:lnSpc>
                <a:spcPct val="100000"/>
              </a:lnSpc>
              <a:spcBef>
                <a:spcPts val="0"/>
              </a:spcBef>
              <a:spcAft>
                <a:spcPts val="0"/>
              </a:spcAft>
              <a:buSzPts val="2100"/>
              <a:buNone/>
              <a:defRPr sz="2100"/>
            </a:lvl3pPr>
            <a:lvl4pPr lvl="3" algn="r" rtl="0">
              <a:lnSpc>
                <a:spcPct val="100000"/>
              </a:lnSpc>
              <a:spcBef>
                <a:spcPts val="0"/>
              </a:spcBef>
              <a:spcAft>
                <a:spcPts val="0"/>
              </a:spcAft>
              <a:buSzPts val="2100"/>
              <a:buNone/>
              <a:defRPr sz="2100"/>
            </a:lvl4pPr>
            <a:lvl5pPr lvl="4" algn="r" rtl="0">
              <a:lnSpc>
                <a:spcPct val="100000"/>
              </a:lnSpc>
              <a:spcBef>
                <a:spcPts val="0"/>
              </a:spcBef>
              <a:spcAft>
                <a:spcPts val="0"/>
              </a:spcAft>
              <a:buSzPts val="2100"/>
              <a:buNone/>
              <a:defRPr sz="2100"/>
            </a:lvl5pPr>
            <a:lvl6pPr lvl="5" algn="r" rtl="0">
              <a:lnSpc>
                <a:spcPct val="100000"/>
              </a:lnSpc>
              <a:spcBef>
                <a:spcPts val="0"/>
              </a:spcBef>
              <a:spcAft>
                <a:spcPts val="0"/>
              </a:spcAft>
              <a:buSzPts val="2100"/>
              <a:buNone/>
              <a:defRPr sz="2100"/>
            </a:lvl6pPr>
            <a:lvl7pPr lvl="6" algn="r" rtl="0">
              <a:lnSpc>
                <a:spcPct val="100000"/>
              </a:lnSpc>
              <a:spcBef>
                <a:spcPts val="0"/>
              </a:spcBef>
              <a:spcAft>
                <a:spcPts val="0"/>
              </a:spcAft>
              <a:buSzPts val="2100"/>
              <a:buNone/>
              <a:defRPr sz="2100"/>
            </a:lvl7pPr>
            <a:lvl8pPr lvl="7" algn="r" rtl="0">
              <a:lnSpc>
                <a:spcPct val="100000"/>
              </a:lnSpc>
              <a:spcBef>
                <a:spcPts val="0"/>
              </a:spcBef>
              <a:spcAft>
                <a:spcPts val="0"/>
              </a:spcAft>
              <a:buSzPts val="2100"/>
              <a:buNone/>
              <a:defRPr sz="2100"/>
            </a:lvl8pPr>
            <a:lvl9pPr lvl="8" algn="r" rtl="0">
              <a:lnSpc>
                <a:spcPct val="100000"/>
              </a:lnSpc>
              <a:spcBef>
                <a:spcPts val="0"/>
              </a:spcBef>
              <a:spcAft>
                <a:spcPts val="0"/>
              </a:spcAft>
              <a:buSzPts val="2100"/>
              <a:buNone/>
              <a:defRPr sz="2100"/>
            </a:lvl9pPr>
          </a:lstStyle>
          <a:p>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and text 4">
  <p:cSld name="CUSTOM_9_1_1_1">
    <p:spTree>
      <p:nvGrpSpPr>
        <p:cNvPr id="1" name="Shape 116"/>
        <p:cNvGrpSpPr/>
        <p:nvPr/>
      </p:nvGrpSpPr>
      <p:grpSpPr>
        <a:xfrm>
          <a:off x="0" y="0"/>
          <a:ext cx="0" cy="0"/>
          <a:chOff x="0" y="0"/>
          <a:chExt cx="0" cy="0"/>
        </a:xfrm>
      </p:grpSpPr>
      <p:pic>
        <p:nvPicPr>
          <p:cNvPr id="117" name="Google Shape;117;p22"/>
          <p:cNvPicPr preferRelativeResize="0"/>
          <p:nvPr/>
        </p:nvPicPr>
        <p:blipFill>
          <a:blip r:embed="rId2">
            <a:alphaModFix/>
          </a:blip>
          <a:stretch>
            <a:fillRect/>
          </a:stretch>
        </p:blipFill>
        <p:spPr>
          <a:xfrm>
            <a:off x="50" y="0"/>
            <a:ext cx="9144000" cy="5143500"/>
          </a:xfrm>
          <a:prstGeom prst="rect">
            <a:avLst/>
          </a:prstGeom>
          <a:noFill/>
          <a:ln>
            <a:noFill/>
          </a:ln>
        </p:spPr>
      </p:pic>
      <p:sp>
        <p:nvSpPr>
          <p:cNvPr id="118" name="Google Shape;118;p22"/>
          <p:cNvSpPr/>
          <p:nvPr/>
        </p:nvSpPr>
        <p:spPr>
          <a:xfrm>
            <a:off x="5831400" y="1178050"/>
            <a:ext cx="2592600" cy="34254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 name="Google Shape;119;p22"/>
          <p:cNvSpPr txBox="1">
            <a:spLocks noGrp="1"/>
          </p:cNvSpPr>
          <p:nvPr>
            <p:ph type="title"/>
          </p:nvPr>
        </p:nvSpPr>
        <p:spPr>
          <a:xfrm>
            <a:off x="5923200" y="1293362"/>
            <a:ext cx="2500800" cy="612900"/>
          </a:xfrm>
          <a:prstGeom prst="rect">
            <a:avLst/>
          </a:prstGeom>
        </p:spPr>
        <p:txBody>
          <a:bodyPr spcFirstLastPara="1" wrap="square" lIns="91425" tIns="91425" rIns="91425" bIns="91425" anchor="b" anchorCtr="0">
            <a:noAutofit/>
          </a:bodyPr>
          <a:lstStyle>
            <a:lvl1pPr lvl="0" algn="l" rtl="0">
              <a:spcBef>
                <a:spcPts val="0"/>
              </a:spcBef>
              <a:spcAft>
                <a:spcPts val="0"/>
              </a:spcAft>
              <a:buSzPts val="3000"/>
              <a:buNone/>
              <a:defRPr/>
            </a:lvl1pPr>
            <a:lvl2pPr lvl="1" algn="r" rtl="0">
              <a:spcBef>
                <a:spcPts val="0"/>
              </a:spcBef>
              <a:spcAft>
                <a:spcPts val="0"/>
              </a:spcAft>
              <a:buSzPts val="2800"/>
              <a:buNone/>
              <a:defRPr>
                <a:latin typeface="Roboto"/>
                <a:ea typeface="Roboto"/>
                <a:cs typeface="Roboto"/>
                <a:sym typeface="Roboto"/>
              </a:defRPr>
            </a:lvl2pPr>
            <a:lvl3pPr lvl="2" algn="r" rtl="0">
              <a:spcBef>
                <a:spcPts val="0"/>
              </a:spcBef>
              <a:spcAft>
                <a:spcPts val="0"/>
              </a:spcAft>
              <a:buSzPts val="2800"/>
              <a:buNone/>
              <a:defRPr>
                <a:latin typeface="Roboto"/>
                <a:ea typeface="Roboto"/>
                <a:cs typeface="Roboto"/>
                <a:sym typeface="Roboto"/>
              </a:defRPr>
            </a:lvl3pPr>
            <a:lvl4pPr lvl="3" algn="r" rtl="0">
              <a:spcBef>
                <a:spcPts val="0"/>
              </a:spcBef>
              <a:spcAft>
                <a:spcPts val="0"/>
              </a:spcAft>
              <a:buSzPts val="2800"/>
              <a:buNone/>
              <a:defRPr>
                <a:latin typeface="Roboto"/>
                <a:ea typeface="Roboto"/>
                <a:cs typeface="Roboto"/>
                <a:sym typeface="Roboto"/>
              </a:defRPr>
            </a:lvl4pPr>
            <a:lvl5pPr lvl="4" algn="r" rtl="0">
              <a:spcBef>
                <a:spcPts val="0"/>
              </a:spcBef>
              <a:spcAft>
                <a:spcPts val="0"/>
              </a:spcAft>
              <a:buSzPts val="2800"/>
              <a:buNone/>
              <a:defRPr>
                <a:latin typeface="Roboto"/>
                <a:ea typeface="Roboto"/>
                <a:cs typeface="Roboto"/>
                <a:sym typeface="Roboto"/>
              </a:defRPr>
            </a:lvl5pPr>
            <a:lvl6pPr lvl="5" algn="r" rtl="0">
              <a:spcBef>
                <a:spcPts val="0"/>
              </a:spcBef>
              <a:spcAft>
                <a:spcPts val="0"/>
              </a:spcAft>
              <a:buSzPts val="2800"/>
              <a:buNone/>
              <a:defRPr>
                <a:latin typeface="Roboto"/>
                <a:ea typeface="Roboto"/>
                <a:cs typeface="Roboto"/>
                <a:sym typeface="Roboto"/>
              </a:defRPr>
            </a:lvl6pPr>
            <a:lvl7pPr lvl="6" algn="r" rtl="0">
              <a:spcBef>
                <a:spcPts val="0"/>
              </a:spcBef>
              <a:spcAft>
                <a:spcPts val="0"/>
              </a:spcAft>
              <a:buSzPts val="2800"/>
              <a:buNone/>
              <a:defRPr>
                <a:latin typeface="Roboto"/>
                <a:ea typeface="Roboto"/>
                <a:cs typeface="Roboto"/>
                <a:sym typeface="Roboto"/>
              </a:defRPr>
            </a:lvl7pPr>
            <a:lvl8pPr lvl="7" algn="r" rtl="0">
              <a:spcBef>
                <a:spcPts val="0"/>
              </a:spcBef>
              <a:spcAft>
                <a:spcPts val="0"/>
              </a:spcAft>
              <a:buSzPts val="2800"/>
              <a:buNone/>
              <a:defRPr>
                <a:latin typeface="Roboto"/>
                <a:ea typeface="Roboto"/>
                <a:cs typeface="Roboto"/>
                <a:sym typeface="Roboto"/>
              </a:defRPr>
            </a:lvl8pPr>
            <a:lvl9pPr lvl="8" algn="r" rtl="0">
              <a:spcBef>
                <a:spcPts val="0"/>
              </a:spcBef>
              <a:spcAft>
                <a:spcPts val="0"/>
              </a:spcAft>
              <a:buSzPts val="2800"/>
              <a:buNone/>
              <a:defRPr>
                <a:latin typeface="Roboto"/>
                <a:ea typeface="Roboto"/>
                <a:cs typeface="Roboto"/>
                <a:sym typeface="Roboto"/>
              </a:defRPr>
            </a:lvl9pPr>
          </a:lstStyle>
          <a:p>
            <a:endParaRPr/>
          </a:p>
        </p:txBody>
      </p:sp>
      <p:sp>
        <p:nvSpPr>
          <p:cNvPr id="120" name="Google Shape;120;p22"/>
          <p:cNvSpPr txBox="1">
            <a:spLocks noGrp="1"/>
          </p:cNvSpPr>
          <p:nvPr>
            <p:ph type="subTitle" idx="1"/>
          </p:nvPr>
        </p:nvSpPr>
        <p:spPr>
          <a:xfrm>
            <a:off x="5923200" y="2164674"/>
            <a:ext cx="2500800" cy="22239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algn="r" rtl="0">
              <a:lnSpc>
                <a:spcPct val="100000"/>
              </a:lnSpc>
              <a:spcBef>
                <a:spcPts val="0"/>
              </a:spcBef>
              <a:spcAft>
                <a:spcPts val="0"/>
              </a:spcAft>
              <a:buSzPts val="2100"/>
              <a:buNone/>
              <a:defRPr sz="2100"/>
            </a:lvl2pPr>
            <a:lvl3pPr lvl="2" algn="r" rtl="0">
              <a:lnSpc>
                <a:spcPct val="100000"/>
              </a:lnSpc>
              <a:spcBef>
                <a:spcPts val="0"/>
              </a:spcBef>
              <a:spcAft>
                <a:spcPts val="0"/>
              </a:spcAft>
              <a:buSzPts val="2100"/>
              <a:buNone/>
              <a:defRPr sz="2100"/>
            </a:lvl3pPr>
            <a:lvl4pPr lvl="3" algn="r" rtl="0">
              <a:lnSpc>
                <a:spcPct val="100000"/>
              </a:lnSpc>
              <a:spcBef>
                <a:spcPts val="0"/>
              </a:spcBef>
              <a:spcAft>
                <a:spcPts val="0"/>
              </a:spcAft>
              <a:buSzPts val="2100"/>
              <a:buNone/>
              <a:defRPr sz="2100"/>
            </a:lvl4pPr>
            <a:lvl5pPr lvl="4" algn="r" rtl="0">
              <a:lnSpc>
                <a:spcPct val="100000"/>
              </a:lnSpc>
              <a:spcBef>
                <a:spcPts val="0"/>
              </a:spcBef>
              <a:spcAft>
                <a:spcPts val="0"/>
              </a:spcAft>
              <a:buSzPts val="2100"/>
              <a:buNone/>
              <a:defRPr sz="2100"/>
            </a:lvl5pPr>
            <a:lvl6pPr lvl="5" algn="r" rtl="0">
              <a:lnSpc>
                <a:spcPct val="100000"/>
              </a:lnSpc>
              <a:spcBef>
                <a:spcPts val="0"/>
              </a:spcBef>
              <a:spcAft>
                <a:spcPts val="0"/>
              </a:spcAft>
              <a:buSzPts val="2100"/>
              <a:buNone/>
              <a:defRPr sz="2100"/>
            </a:lvl6pPr>
            <a:lvl7pPr lvl="6" algn="r" rtl="0">
              <a:lnSpc>
                <a:spcPct val="100000"/>
              </a:lnSpc>
              <a:spcBef>
                <a:spcPts val="0"/>
              </a:spcBef>
              <a:spcAft>
                <a:spcPts val="0"/>
              </a:spcAft>
              <a:buSzPts val="2100"/>
              <a:buNone/>
              <a:defRPr sz="2100"/>
            </a:lvl7pPr>
            <a:lvl8pPr lvl="7" algn="r" rtl="0">
              <a:lnSpc>
                <a:spcPct val="100000"/>
              </a:lnSpc>
              <a:spcBef>
                <a:spcPts val="0"/>
              </a:spcBef>
              <a:spcAft>
                <a:spcPts val="0"/>
              </a:spcAft>
              <a:buSzPts val="2100"/>
              <a:buNone/>
              <a:defRPr sz="2100"/>
            </a:lvl8pPr>
            <a:lvl9pPr lvl="8" algn="r" rtl="0">
              <a:lnSpc>
                <a:spcPct val="100000"/>
              </a:lnSpc>
              <a:spcBef>
                <a:spcPts val="0"/>
              </a:spcBef>
              <a:spcAft>
                <a:spcPts val="0"/>
              </a:spcAft>
              <a:buSzPts val="2100"/>
              <a:buNone/>
              <a:defRPr sz="2100"/>
            </a:lvl9pPr>
          </a:lstStyle>
          <a:p>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and text 5">
  <p:cSld name="CUSTOM_9_1_1_2">
    <p:spTree>
      <p:nvGrpSpPr>
        <p:cNvPr id="1" name="Shape 121"/>
        <p:cNvGrpSpPr/>
        <p:nvPr/>
      </p:nvGrpSpPr>
      <p:grpSpPr>
        <a:xfrm>
          <a:off x="0" y="0"/>
          <a:ext cx="0" cy="0"/>
          <a:chOff x="0" y="0"/>
          <a:chExt cx="0" cy="0"/>
        </a:xfrm>
      </p:grpSpPr>
      <p:pic>
        <p:nvPicPr>
          <p:cNvPr id="122" name="Google Shape;122;p23"/>
          <p:cNvPicPr preferRelativeResize="0"/>
          <p:nvPr/>
        </p:nvPicPr>
        <p:blipFill>
          <a:blip r:embed="rId2">
            <a:alphaModFix/>
          </a:blip>
          <a:stretch>
            <a:fillRect/>
          </a:stretch>
        </p:blipFill>
        <p:spPr>
          <a:xfrm>
            <a:off x="6900" y="0"/>
            <a:ext cx="9144000" cy="5143500"/>
          </a:xfrm>
          <a:prstGeom prst="rect">
            <a:avLst/>
          </a:prstGeom>
          <a:noFill/>
          <a:ln>
            <a:noFill/>
          </a:ln>
        </p:spPr>
      </p:pic>
      <p:sp>
        <p:nvSpPr>
          <p:cNvPr id="123" name="Google Shape;123;p23"/>
          <p:cNvSpPr/>
          <p:nvPr/>
        </p:nvSpPr>
        <p:spPr>
          <a:xfrm>
            <a:off x="713100" y="1178050"/>
            <a:ext cx="2592600" cy="34254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 name="Google Shape;124;p23"/>
          <p:cNvSpPr txBox="1">
            <a:spLocks noGrp="1"/>
          </p:cNvSpPr>
          <p:nvPr>
            <p:ph type="title"/>
          </p:nvPr>
        </p:nvSpPr>
        <p:spPr>
          <a:xfrm>
            <a:off x="746850" y="1249538"/>
            <a:ext cx="2437800" cy="653700"/>
          </a:xfrm>
          <a:prstGeom prst="rect">
            <a:avLst/>
          </a:prstGeom>
        </p:spPr>
        <p:txBody>
          <a:bodyPr spcFirstLastPara="1" wrap="square" lIns="91425" tIns="91425" rIns="91425" bIns="91425" anchor="b" anchorCtr="0">
            <a:noAutofit/>
          </a:bodyPr>
          <a:lstStyle>
            <a:lvl1pPr lvl="0" algn="r" rtl="0">
              <a:spcBef>
                <a:spcPts val="0"/>
              </a:spcBef>
              <a:spcAft>
                <a:spcPts val="0"/>
              </a:spcAft>
              <a:buSzPts val="3000"/>
              <a:buNone/>
              <a:defRPr/>
            </a:lvl1pPr>
            <a:lvl2pPr lvl="1" algn="r" rtl="0">
              <a:spcBef>
                <a:spcPts val="0"/>
              </a:spcBef>
              <a:spcAft>
                <a:spcPts val="0"/>
              </a:spcAft>
              <a:buSzPts val="2800"/>
              <a:buNone/>
              <a:defRPr>
                <a:latin typeface="Roboto"/>
                <a:ea typeface="Roboto"/>
                <a:cs typeface="Roboto"/>
                <a:sym typeface="Roboto"/>
              </a:defRPr>
            </a:lvl2pPr>
            <a:lvl3pPr lvl="2" algn="r" rtl="0">
              <a:spcBef>
                <a:spcPts val="0"/>
              </a:spcBef>
              <a:spcAft>
                <a:spcPts val="0"/>
              </a:spcAft>
              <a:buSzPts val="2800"/>
              <a:buNone/>
              <a:defRPr>
                <a:latin typeface="Roboto"/>
                <a:ea typeface="Roboto"/>
                <a:cs typeface="Roboto"/>
                <a:sym typeface="Roboto"/>
              </a:defRPr>
            </a:lvl3pPr>
            <a:lvl4pPr lvl="3" algn="r" rtl="0">
              <a:spcBef>
                <a:spcPts val="0"/>
              </a:spcBef>
              <a:spcAft>
                <a:spcPts val="0"/>
              </a:spcAft>
              <a:buSzPts val="2800"/>
              <a:buNone/>
              <a:defRPr>
                <a:latin typeface="Roboto"/>
                <a:ea typeface="Roboto"/>
                <a:cs typeface="Roboto"/>
                <a:sym typeface="Roboto"/>
              </a:defRPr>
            </a:lvl4pPr>
            <a:lvl5pPr lvl="4" algn="r" rtl="0">
              <a:spcBef>
                <a:spcPts val="0"/>
              </a:spcBef>
              <a:spcAft>
                <a:spcPts val="0"/>
              </a:spcAft>
              <a:buSzPts val="2800"/>
              <a:buNone/>
              <a:defRPr>
                <a:latin typeface="Roboto"/>
                <a:ea typeface="Roboto"/>
                <a:cs typeface="Roboto"/>
                <a:sym typeface="Roboto"/>
              </a:defRPr>
            </a:lvl5pPr>
            <a:lvl6pPr lvl="5" algn="r" rtl="0">
              <a:spcBef>
                <a:spcPts val="0"/>
              </a:spcBef>
              <a:spcAft>
                <a:spcPts val="0"/>
              </a:spcAft>
              <a:buSzPts val="2800"/>
              <a:buNone/>
              <a:defRPr>
                <a:latin typeface="Roboto"/>
                <a:ea typeface="Roboto"/>
                <a:cs typeface="Roboto"/>
                <a:sym typeface="Roboto"/>
              </a:defRPr>
            </a:lvl6pPr>
            <a:lvl7pPr lvl="6" algn="r" rtl="0">
              <a:spcBef>
                <a:spcPts val="0"/>
              </a:spcBef>
              <a:spcAft>
                <a:spcPts val="0"/>
              </a:spcAft>
              <a:buSzPts val="2800"/>
              <a:buNone/>
              <a:defRPr>
                <a:latin typeface="Roboto"/>
                <a:ea typeface="Roboto"/>
                <a:cs typeface="Roboto"/>
                <a:sym typeface="Roboto"/>
              </a:defRPr>
            </a:lvl7pPr>
            <a:lvl8pPr lvl="7" algn="r" rtl="0">
              <a:spcBef>
                <a:spcPts val="0"/>
              </a:spcBef>
              <a:spcAft>
                <a:spcPts val="0"/>
              </a:spcAft>
              <a:buSzPts val="2800"/>
              <a:buNone/>
              <a:defRPr>
                <a:latin typeface="Roboto"/>
                <a:ea typeface="Roboto"/>
                <a:cs typeface="Roboto"/>
                <a:sym typeface="Roboto"/>
              </a:defRPr>
            </a:lvl8pPr>
            <a:lvl9pPr lvl="8" algn="r" rtl="0">
              <a:spcBef>
                <a:spcPts val="0"/>
              </a:spcBef>
              <a:spcAft>
                <a:spcPts val="0"/>
              </a:spcAft>
              <a:buSzPts val="2800"/>
              <a:buNone/>
              <a:defRPr>
                <a:latin typeface="Roboto"/>
                <a:ea typeface="Roboto"/>
                <a:cs typeface="Roboto"/>
                <a:sym typeface="Roboto"/>
              </a:defRPr>
            </a:lvl9pPr>
          </a:lstStyle>
          <a:p>
            <a:endParaRPr/>
          </a:p>
        </p:txBody>
      </p:sp>
      <p:sp>
        <p:nvSpPr>
          <p:cNvPr id="125" name="Google Shape;125;p23"/>
          <p:cNvSpPr txBox="1">
            <a:spLocks noGrp="1"/>
          </p:cNvSpPr>
          <p:nvPr>
            <p:ph type="subTitle" idx="1"/>
          </p:nvPr>
        </p:nvSpPr>
        <p:spPr>
          <a:xfrm>
            <a:off x="746850" y="2158513"/>
            <a:ext cx="2437800" cy="22851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400"/>
              <a:buNone/>
              <a:defRPr/>
            </a:lvl1pPr>
            <a:lvl2pPr lvl="1" algn="r" rtl="0">
              <a:lnSpc>
                <a:spcPct val="100000"/>
              </a:lnSpc>
              <a:spcBef>
                <a:spcPts val="0"/>
              </a:spcBef>
              <a:spcAft>
                <a:spcPts val="0"/>
              </a:spcAft>
              <a:buSzPts val="2100"/>
              <a:buNone/>
              <a:defRPr sz="2100"/>
            </a:lvl2pPr>
            <a:lvl3pPr lvl="2" algn="r" rtl="0">
              <a:lnSpc>
                <a:spcPct val="100000"/>
              </a:lnSpc>
              <a:spcBef>
                <a:spcPts val="0"/>
              </a:spcBef>
              <a:spcAft>
                <a:spcPts val="0"/>
              </a:spcAft>
              <a:buSzPts val="2100"/>
              <a:buNone/>
              <a:defRPr sz="2100"/>
            </a:lvl3pPr>
            <a:lvl4pPr lvl="3" algn="r" rtl="0">
              <a:lnSpc>
                <a:spcPct val="100000"/>
              </a:lnSpc>
              <a:spcBef>
                <a:spcPts val="0"/>
              </a:spcBef>
              <a:spcAft>
                <a:spcPts val="0"/>
              </a:spcAft>
              <a:buSzPts val="2100"/>
              <a:buNone/>
              <a:defRPr sz="2100"/>
            </a:lvl4pPr>
            <a:lvl5pPr lvl="4" algn="r" rtl="0">
              <a:lnSpc>
                <a:spcPct val="100000"/>
              </a:lnSpc>
              <a:spcBef>
                <a:spcPts val="0"/>
              </a:spcBef>
              <a:spcAft>
                <a:spcPts val="0"/>
              </a:spcAft>
              <a:buSzPts val="2100"/>
              <a:buNone/>
              <a:defRPr sz="2100"/>
            </a:lvl5pPr>
            <a:lvl6pPr lvl="5" algn="r" rtl="0">
              <a:lnSpc>
                <a:spcPct val="100000"/>
              </a:lnSpc>
              <a:spcBef>
                <a:spcPts val="0"/>
              </a:spcBef>
              <a:spcAft>
                <a:spcPts val="0"/>
              </a:spcAft>
              <a:buSzPts val="2100"/>
              <a:buNone/>
              <a:defRPr sz="2100"/>
            </a:lvl6pPr>
            <a:lvl7pPr lvl="6" algn="r" rtl="0">
              <a:lnSpc>
                <a:spcPct val="100000"/>
              </a:lnSpc>
              <a:spcBef>
                <a:spcPts val="0"/>
              </a:spcBef>
              <a:spcAft>
                <a:spcPts val="0"/>
              </a:spcAft>
              <a:buSzPts val="2100"/>
              <a:buNone/>
              <a:defRPr sz="2100"/>
            </a:lvl7pPr>
            <a:lvl8pPr lvl="7" algn="r" rtl="0">
              <a:lnSpc>
                <a:spcPct val="100000"/>
              </a:lnSpc>
              <a:spcBef>
                <a:spcPts val="0"/>
              </a:spcBef>
              <a:spcAft>
                <a:spcPts val="0"/>
              </a:spcAft>
              <a:buSzPts val="2100"/>
              <a:buNone/>
              <a:defRPr sz="2100"/>
            </a:lvl8pPr>
            <a:lvl9pPr lvl="8" algn="r" rtl="0">
              <a:lnSpc>
                <a:spcPct val="100000"/>
              </a:lnSpc>
              <a:spcBef>
                <a:spcPts val="0"/>
              </a:spcBef>
              <a:spcAft>
                <a:spcPts val="0"/>
              </a:spcAft>
              <a:buSzPts val="2100"/>
              <a:buNone/>
              <a:defRPr sz="2100"/>
            </a:lvl9pPr>
          </a:lstStyle>
          <a:p>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text 6">
  <p:cSld name="CUSTOM_9_1_1_2_1">
    <p:spTree>
      <p:nvGrpSpPr>
        <p:cNvPr id="1" name="Shape 126"/>
        <p:cNvGrpSpPr/>
        <p:nvPr/>
      </p:nvGrpSpPr>
      <p:grpSpPr>
        <a:xfrm>
          <a:off x="0" y="0"/>
          <a:ext cx="0" cy="0"/>
          <a:chOff x="0" y="0"/>
          <a:chExt cx="0" cy="0"/>
        </a:xfrm>
      </p:grpSpPr>
      <p:pic>
        <p:nvPicPr>
          <p:cNvPr id="127" name="Google Shape;127;p24"/>
          <p:cNvPicPr preferRelativeResize="0"/>
          <p:nvPr/>
        </p:nvPicPr>
        <p:blipFill>
          <a:blip r:embed="rId2">
            <a:alphaModFix/>
          </a:blip>
          <a:stretch>
            <a:fillRect/>
          </a:stretch>
        </p:blipFill>
        <p:spPr>
          <a:xfrm rot="10800000">
            <a:off x="50" y="0"/>
            <a:ext cx="9144000" cy="5143500"/>
          </a:xfrm>
          <a:prstGeom prst="rect">
            <a:avLst/>
          </a:prstGeom>
          <a:noFill/>
          <a:ln>
            <a:noFill/>
          </a:ln>
        </p:spPr>
      </p:pic>
      <p:sp>
        <p:nvSpPr>
          <p:cNvPr id="128" name="Google Shape;128;p24"/>
          <p:cNvSpPr/>
          <p:nvPr/>
        </p:nvSpPr>
        <p:spPr>
          <a:xfrm>
            <a:off x="4247575" y="2219475"/>
            <a:ext cx="4164300" cy="17193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 name="Google Shape;129;p24"/>
          <p:cNvSpPr txBox="1">
            <a:spLocks noGrp="1"/>
          </p:cNvSpPr>
          <p:nvPr>
            <p:ph type="subTitle" idx="1"/>
          </p:nvPr>
        </p:nvSpPr>
        <p:spPr>
          <a:xfrm>
            <a:off x="4337275" y="2331000"/>
            <a:ext cx="3984900" cy="1422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algn="r" rtl="0">
              <a:lnSpc>
                <a:spcPct val="100000"/>
              </a:lnSpc>
              <a:spcBef>
                <a:spcPts val="0"/>
              </a:spcBef>
              <a:spcAft>
                <a:spcPts val="0"/>
              </a:spcAft>
              <a:buSzPts val="2100"/>
              <a:buNone/>
              <a:defRPr sz="2100"/>
            </a:lvl2pPr>
            <a:lvl3pPr lvl="2" algn="r" rtl="0">
              <a:lnSpc>
                <a:spcPct val="100000"/>
              </a:lnSpc>
              <a:spcBef>
                <a:spcPts val="0"/>
              </a:spcBef>
              <a:spcAft>
                <a:spcPts val="0"/>
              </a:spcAft>
              <a:buSzPts val="2100"/>
              <a:buNone/>
              <a:defRPr sz="2100"/>
            </a:lvl3pPr>
            <a:lvl4pPr lvl="3" algn="r" rtl="0">
              <a:lnSpc>
                <a:spcPct val="100000"/>
              </a:lnSpc>
              <a:spcBef>
                <a:spcPts val="0"/>
              </a:spcBef>
              <a:spcAft>
                <a:spcPts val="0"/>
              </a:spcAft>
              <a:buSzPts val="2100"/>
              <a:buNone/>
              <a:defRPr sz="2100"/>
            </a:lvl4pPr>
            <a:lvl5pPr lvl="4" algn="r" rtl="0">
              <a:lnSpc>
                <a:spcPct val="100000"/>
              </a:lnSpc>
              <a:spcBef>
                <a:spcPts val="0"/>
              </a:spcBef>
              <a:spcAft>
                <a:spcPts val="0"/>
              </a:spcAft>
              <a:buSzPts val="2100"/>
              <a:buNone/>
              <a:defRPr sz="2100"/>
            </a:lvl5pPr>
            <a:lvl6pPr lvl="5" algn="r" rtl="0">
              <a:lnSpc>
                <a:spcPct val="100000"/>
              </a:lnSpc>
              <a:spcBef>
                <a:spcPts val="0"/>
              </a:spcBef>
              <a:spcAft>
                <a:spcPts val="0"/>
              </a:spcAft>
              <a:buSzPts val="2100"/>
              <a:buNone/>
              <a:defRPr sz="2100"/>
            </a:lvl6pPr>
            <a:lvl7pPr lvl="6" algn="r" rtl="0">
              <a:lnSpc>
                <a:spcPct val="100000"/>
              </a:lnSpc>
              <a:spcBef>
                <a:spcPts val="0"/>
              </a:spcBef>
              <a:spcAft>
                <a:spcPts val="0"/>
              </a:spcAft>
              <a:buSzPts val="2100"/>
              <a:buNone/>
              <a:defRPr sz="2100"/>
            </a:lvl7pPr>
            <a:lvl8pPr lvl="7" algn="r" rtl="0">
              <a:lnSpc>
                <a:spcPct val="100000"/>
              </a:lnSpc>
              <a:spcBef>
                <a:spcPts val="0"/>
              </a:spcBef>
              <a:spcAft>
                <a:spcPts val="0"/>
              </a:spcAft>
              <a:buSzPts val="2100"/>
              <a:buNone/>
              <a:defRPr sz="2100"/>
            </a:lvl8pPr>
            <a:lvl9pPr lvl="8" algn="r" rtl="0">
              <a:lnSpc>
                <a:spcPct val="100000"/>
              </a:lnSpc>
              <a:spcBef>
                <a:spcPts val="0"/>
              </a:spcBef>
              <a:spcAft>
                <a:spcPts val="0"/>
              </a:spcAft>
              <a:buSzPts val="2100"/>
              <a:buNone/>
              <a:defRPr sz="2100"/>
            </a:lvl9pPr>
          </a:lstStyle>
          <a:p>
            <a:endParaRPr/>
          </a:p>
        </p:txBody>
      </p:sp>
      <p:sp>
        <p:nvSpPr>
          <p:cNvPr id="130" name="Google Shape;130;p24"/>
          <p:cNvSpPr txBox="1">
            <a:spLocks noGrp="1"/>
          </p:cNvSpPr>
          <p:nvPr>
            <p:ph type="title"/>
          </p:nvPr>
        </p:nvSpPr>
        <p:spPr>
          <a:xfrm>
            <a:off x="720000" y="540000"/>
            <a:ext cx="7704000" cy="477600"/>
          </a:xfrm>
          <a:prstGeom prst="rect">
            <a:avLst/>
          </a:prstGeom>
          <a:solidFill>
            <a:srgbClr val="000000">
              <a:alpha val="67590"/>
            </a:srgbClr>
          </a:solidFill>
        </p:spPr>
        <p:txBody>
          <a:bodyPr spcFirstLastPara="1" wrap="square" lIns="91425" tIns="91425" rIns="91425" bIns="91425" anchor="ctr" anchorCtr="0">
            <a:noAutofit/>
          </a:bodyPr>
          <a:lstStyle>
            <a:lvl1pPr lvl="0" rtl="0">
              <a:spcBef>
                <a:spcPts val="0"/>
              </a:spcBef>
              <a:spcAft>
                <a:spcPts val="0"/>
              </a:spcAft>
              <a:buSzPts val="3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and two columns 1">
  <p:cSld name="CUSTOM_11">
    <p:spTree>
      <p:nvGrpSpPr>
        <p:cNvPr id="1" name="Shape 131"/>
        <p:cNvGrpSpPr/>
        <p:nvPr/>
      </p:nvGrpSpPr>
      <p:grpSpPr>
        <a:xfrm>
          <a:off x="0" y="0"/>
          <a:ext cx="0" cy="0"/>
          <a:chOff x="0" y="0"/>
          <a:chExt cx="0" cy="0"/>
        </a:xfrm>
      </p:grpSpPr>
      <p:pic>
        <p:nvPicPr>
          <p:cNvPr id="132" name="Google Shape;132;p25"/>
          <p:cNvPicPr preferRelativeResize="0"/>
          <p:nvPr/>
        </p:nvPicPr>
        <p:blipFill>
          <a:blip r:embed="rId2">
            <a:alphaModFix/>
          </a:blip>
          <a:stretch>
            <a:fillRect/>
          </a:stretch>
        </p:blipFill>
        <p:spPr>
          <a:xfrm rot="10800000">
            <a:off x="50" y="0"/>
            <a:ext cx="9144000" cy="5143500"/>
          </a:xfrm>
          <a:prstGeom prst="rect">
            <a:avLst/>
          </a:prstGeom>
          <a:noFill/>
          <a:ln>
            <a:noFill/>
          </a:ln>
        </p:spPr>
      </p:pic>
      <p:sp>
        <p:nvSpPr>
          <p:cNvPr id="133" name="Google Shape;133;p25"/>
          <p:cNvSpPr/>
          <p:nvPr/>
        </p:nvSpPr>
        <p:spPr>
          <a:xfrm>
            <a:off x="713150" y="2861825"/>
            <a:ext cx="7717800" cy="15588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 name="Google Shape;134;p25"/>
          <p:cNvSpPr txBox="1">
            <a:spLocks noGrp="1"/>
          </p:cNvSpPr>
          <p:nvPr>
            <p:ph type="title"/>
          </p:nvPr>
        </p:nvSpPr>
        <p:spPr>
          <a:xfrm>
            <a:off x="720000" y="540000"/>
            <a:ext cx="7704000" cy="477600"/>
          </a:xfrm>
          <a:prstGeom prst="rect">
            <a:avLst/>
          </a:prstGeom>
        </p:spPr>
        <p:txBody>
          <a:bodyPr spcFirstLastPara="1" wrap="square" lIns="91425" tIns="91425" rIns="91425" bIns="91425" anchor="ctr" anchorCtr="0">
            <a:noAutofit/>
          </a:bodyPr>
          <a:lstStyle>
            <a:lvl1pPr lvl="0" rtl="0">
              <a:spcBef>
                <a:spcPts val="0"/>
              </a:spcBef>
              <a:spcAft>
                <a:spcPts val="0"/>
              </a:spcAft>
              <a:buSzPts val="3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35" name="Google Shape;135;p25"/>
          <p:cNvSpPr txBox="1">
            <a:spLocks noGrp="1"/>
          </p:cNvSpPr>
          <p:nvPr>
            <p:ph type="subTitle" idx="1"/>
          </p:nvPr>
        </p:nvSpPr>
        <p:spPr>
          <a:xfrm>
            <a:off x="720000" y="3438606"/>
            <a:ext cx="2141100" cy="6987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400"/>
              <a:buNone/>
              <a:defRPr/>
            </a:lvl1pPr>
            <a:lvl2pPr lvl="1" rtl="0">
              <a:lnSpc>
                <a:spcPct val="100000"/>
              </a:lnSpc>
              <a:spcBef>
                <a:spcPts val="0"/>
              </a:spcBef>
              <a:spcAft>
                <a:spcPts val="0"/>
              </a:spcAft>
              <a:buSzPts val="2100"/>
              <a:buNone/>
              <a:defRPr sz="2100"/>
            </a:lvl2pPr>
            <a:lvl3pPr lvl="2" rtl="0">
              <a:lnSpc>
                <a:spcPct val="100000"/>
              </a:lnSpc>
              <a:spcBef>
                <a:spcPts val="0"/>
              </a:spcBef>
              <a:spcAft>
                <a:spcPts val="0"/>
              </a:spcAft>
              <a:buSzPts val="2100"/>
              <a:buNone/>
              <a:defRPr sz="2100"/>
            </a:lvl3pPr>
            <a:lvl4pPr lvl="3" rtl="0">
              <a:lnSpc>
                <a:spcPct val="100000"/>
              </a:lnSpc>
              <a:spcBef>
                <a:spcPts val="0"/>
              </a:spcBef>
              <a:spcAft>
                <a:spcPts val="0"/>
              </a:spcAft>
              <a:buSzPts val="2100"/>
              <a:buNone/>
              <a:defRPr sz="2100"/>
            </a:lvl4pPr>
            <a:lvl5pPr lvl="4" rtl="0">
              <a:lnSpc>
                <a:spcPct val="100000"/>
              </a:lnSpc>
              <a:spcBef>
                <a:spcPts val="0"/>
              </a:spcBef>
              <a:spcAft>
                <a:spcPts val="0"/>
              </a:spcAft>
              <a:buSzPts val="2100"/>
              <a:buNone/>
              <a:defRPr sz="2100"/>
            </a:lvl5pPr>
            <a:lvl6pPr lvl="5" rtl="0">
              <a:lnSpc>
                <a:spcPct val="100000"/>
              </a:lnSpc>
              <a:spcBef>
                <a:spcPts val="0"/>
              </a:spcBef>
              <a:spcAft>
                <a:spcPts val="0"/>
              </a:spcAft>
              <a:buSzPts val="2100"/>
              <a:buNone/>
              <a:defRPr sz="2100"/>
            </a:lvl6pPr>
            <a:lvl7pPr lvl="6" rtl="0">
              <a:lnSpc>
                <a:spcPct val="100000"/>
              </a:lnSpc>
              <a:spcBef>
                <a:spcPts val="0"/>
              </a:spcBef>
              <a:spcAft>
                <a:spcPts val="0"/>
              </a:spcAft>
              <a:buSzPts val="2100"/>
              <a:buNone/>
              <a:defRPr sz="2100"/>
            </a:lvl7pPr>
            <a:lvl8pPr lvl="7" rtl="0">
              <a:lnSpc>
                <a:spcPct val="100000"/>
              </a:lnSpc>
              <a:spcBef>
                <a:spcPts val="0"/>
              </a:spcBef>
              <a:spcAft>
                <a:spcPts val="0"/>
              </a:spcAft>
              <a:buSzPts val="2100"/>
              <a:buNone/>
              <a:defRPr sz="2100"/>
            </a:lvl8pPr>
            <a:lvl9pPr lvl="8" rtl="0">
              <a:lnSpc>
                <a:spcPct val="100000"/>
              </a:lnSpc>
              <a:spcBef>
                <a:spcPts val="0"/>
              </a:spcBef>
              <a:spcAft>
                <a:spcPts val="0"/>
              </a:spcAft>
              <a:buSzPts val="2100"/>
              <a:buNone/>
              <a:defRPr sz="2100"/>
            </a:lvl9pPr>
          </a:lstStyle>
          <a:p>
            <a:endParaRPr/>
          </a:p>
        </p:txBody>
      </p:sp>
      <p:sp>
        <p:nvSpPr>
          <p:cNvPr id="136" name="Google Shape;136;p25"/>
          <p:cNvSpPr txBox="1">
            <a:spLocks noGrp="1"/>
          </p:cNvSpPr>
          <p:nvPr>
            <p:ph type="subTitle" idx="2"/>
          </p:nvPr>
        </p:nvSpPr>
        <p:spPr>
          <a:xfrm>
            <a:off x="6282775" y="3438606"/>
            <a:ext cx="2141100" cy="6987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rtl="0">
              <a:lnSpc>
                <a:spcPct val="100000"/>
              </a:lnSpc>
              <a:spcBef>
                <a:spcPts val="0"/>
              </a:spcBef>
              <a:spcAft>
                <a:spcPts val="0"/>
              </a:spcAft>
              <a:buSzPts val="2100"/>
              <a:buNone/>
              <a:defRPr sz="2100"/>
            </a:lvl2pPr>
            <a:lvl3pPr lvl="2" rtl="0">
              <a:lnSpc>
                <a:spcPct val="100000"/>
              </a:lnSpc>
              <a:spcBef>
                <a:spcPts val="0"/>
              </a:spcBef>
              <a:spcAft>
                <a:spcPts val="0"/>
              </a:spcAft>
              <a:buSzPts val="2100"/>
              <a:buNone/>
              <a:defRPr sz="2100"/>
            </a:lvl3pPr>
            <a:lvl4pPr lvl="3" rtl="0">
              <a:lnSpc>
                <a:spcPct val="100000"/>
              </a:lnSpc>
              <a:spcBef>
                <a:spcPts val="0"/>
              </a:spcBef>
              <a:spcAft>
                <a:spcPts val="0"/>
              </a:spcAft>
              <a:buSzPts val="2100"/>
              <a:buNone/>
              <a:defRPr sz="2100"/>
            </a:lvl4pPr>
            <a:lvl5pPr lvl="4" rtl="0">
              <a:lnSpc>
                <a:spcPct val="100000"/>
              </a:lnSpc>
              <a:spcBef>
                <a:spcPts val="0"/>
              </a:spcBef>
              <a:spcAft>
                <a:spcPts val="0"/>
              </a:spcAft>
              <a:buSzPts val="2100"/>
              <a:buNone/>
              <a:defRPr sz="2100"/>
            </a:lvl5pPr>
            <a:lvl6pPr lvl="5" rtl="0">
              <a:lnSpc>
                <a:spcPct val="100000"/>
              </a:lnSpc>
              <a:spcBef>
                <a:spcPts val="0"/>
              </a:spcBef>
              <a:spcAft>
                <a:spcPts val="0"/>
              </a:spcAft>
              <a:buSzPts val="2100"/>
              <a:buNone/>
              <a:defRPr sz="2100"/>
            </a:lvl6pPr>
            <a:lvl7pPr lvl="6" rtl="0">
              <a:lnSpc>
                <a:spcPct val="100000"/>
              </a:lnSpc>
              <a:spcBef>
                <a:spcPts val="0"/>
              </a:spcBef>
              <a:spcAft>
                <a:spcPts val="0"/>
              </a:spcAft>
              <a:buSzPts val="2100"/>
              <a:buNone/>
              <a:defRPr sz="2100"/>
            </a:lvl7pPr>
            <a:lvl8pPr lvl="7" rtl="0">
              <a:lnSpc>
                <a:spcPct val="100000"/>
              </a:lnSpc>
              <a:spcBef>
                <a:spcPts val="0"/>
              </a:spcBef>
              <a:spcAft>
                <a:spcPts val="0"/>
              </a:spcAft>
              <a:buSzPts val="2100"/>
              <a:buNone/>
              <a:defRPr sz="2100"/>
            </a:lvl8pPr>
            <a:lvl9pPr lvl="8" rtl="0">
              <a:lnSpc>
                <a:spcPct val="100000"/>
              </a:lnSpc>
              <a:spcBef>
                <a:spcPts val="0"/>
              </a:spcBef>
              <a:spcAft>
                <a:spcPts val="0"/>
              </a:spcAft>
              <a:buSzPts val="2100"/>
              <a:buNone/>
              <a:defRPr sz="2100"/>
            </a:lvl9pPr>
          </a:lstStyle>
          <a:p>
            <a:endParaRPr/>
          </a:p>
        </p:txBody>
      </p:sp>
      <p:sp>
        <p:nvSpPr>
          <p:cNvPr id="137" name="Google Shape;137;p25"/>
          <p:cNvSpPr txBox="1">
            <a:spLocks noGrp="1"/>
          </p:cNvSpPr>
          <p:nvPr>
            <p:ph type="subTitle" idx="3"/>
          </p:nvPr>
        </p:nvSpPr>
        <p:spPr>
          <a:xfrm>
            <a:off x="720000" y="3043000"/>
            <a:ext cx="2141100" cy="477600"/>
          </a:xfrm>
          <a:prstGeom prst="rect">
            <a:avLst/>
          </a:prstGeom>
        </p:spPr>
        <p:txBody>
          <a:bodyPr spcFirstLastPara="1" wrap="square" lIns="91425" tIns="91425" rIns="91425" bIns="91425" anchor="b" anchorCtr="0">
            <a:noAutofit/>
          </a:bodyPr>
          <a:lstStyle>
            <a:lvl1pPr lvl="0" algn="r" rtl="0">
              <a:spcBef>
                <a:spcPts val="0"/>
              </a:spcBef>
              <a:spcAft>
                <a:spcPts val="0"/>
              </a:spcAft>
              <a:buSzPts val="2400"/>
              <a:buFont typeface="Anton"/>
              <a:buNone/>
              <a:defRPr sz="2400">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38" name="Google Shape;138;p25"/>
          <p:cNvSpPr txBox="1">
            <a:spLocks noGrp="1"/>
          </p:cNvSpPr>
          <p:nvPr>
            <p:ph type="subTitle" idx="4"/>
          </p:nvPr>
        </p:nvSpPr>
        <p:spPr>
          <a:xfrm>
            <a:off x="6282775" y="3043000"/>
            <a:ext cx="2141100" cy="477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Anton"/>
              <a:buNone/>
              <a:defRPr sz="2400">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and three columns">
  <p:cSld name="CUSTOM_7_2">
    <p:spTree>
      <p:nvGrpSpPr>
        <p:cNvPr id="1" name="Shape 139"/>
        <p:cNvGrpSpPr/>
        <p:nvPr/>
      </p:nvGrpSpPr>
      <p:grpSpPr>
        <a:xfrm>
          <a:off x="0" y="0"/>
          <a:ext cx="0" cy="0"/>
          <a:chOff x="0" y="0"/>
          <a:chExt cx="0" cy="0"/>
        </a:xfrm>
      </p:grpSpPr>
      <p:pic>
        <p:nvPicPr>
          <p:cNvPr id="140" name="Google Shape;140;p26"/>
          <p:cNvPicPr preferRelativeResize="0"/>
          <p:nvPr/>
        </p:nvPicPr>
        <p:blipFill>
          <a:blip r:embed="rId2">
            <a:alphaModFix/>
          </a:blip>
          <a:stretch>
            <a:fillRect/>
          </a:stretch>
        </p:blipFill>
        <p:spPr>
          <a:xfrm>
            <a:off x="50" y="0"/>
            <a:ext cx="9144000" cy="5143500"/>
          </a:xfrm>
          <a:prstGeom prst="rect">
            <a:avLst/>
          </a:prstGeom>
          <a:noFill/>
          <a:ln>
            <a:noFill/>
          </a:ln>
        </p:spPr>
      </p:pic>
      <p:sp>
        <p:nvSpPr>
          <p:cNvPr id="141" name="Google Shape;141;p26"/>
          <p:cNvSpPr/>
          <p:nvPr/>
        </p:nvSpPr>
        <p:spPr>
          <a:xfrm>
            <a:off x="720000" y="2375450"/>
            <a:ext cx="7704000" cy="14784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 name="Google Shape;142;p26"/>
          <p:cNvSpPr txBox="1">
            <a:spLocks noGrp="1"/>
          </p:cNvSpPr>
          <p:nvPr>
            <p:ph type="title"/>
          </p:nvPr>
        </p:nvSpPr>
        <p:spPr>
          <a:xfrm flipH="1">
            <a:off x="720000" y="540000"/>
            <a:ext cx="7704000" cy="477600"/>
          </a:xfrm>
          <a:prstGeom prst="rect">
            <a:avLst/>
          </a:prstGeom>
          <a:solidFill>
            <a:srgbClr val="000000">
              <a:alpha val="67590"/>
            </a:srgbClr>
          </a:solidFill>
        </p:spPr>
        <p:txBody>
          <a:bodyPr spcFirstLastPara="1" wrap="square" lIns="91425" tIns="91425" rIns="91425" bIns="91425" anchor="ctr" anchorCtr="0">
            <a:noAutofit/>
          </a:bodyPr>
          <a:lstStyle>
            <a:lvl1pPr lvl="0" rtl="0">
              <a:spcBef>
                <a:spcPts val="0"/>
              </a:spcBef>
              <a:spcAft>
                <a:spcPts val="0"/>
              </a:spcAft>
              <a:buSzPts val="3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43" name="Google Shape;143;p26"/>
          <p:cNvSpPr txBox="1">
            <a:spLocks noGrp="1"/>
          </p:cNvSpPr>
          <p:nvPr>
            <p:ph type="subTitle" idx="1"/>
          </p:nvPr>
        </p:nvSpPr>
        <p:spPr>
          <a:xfrm>
            <a:off x="948475" y="2883675"/>
            <a:ext cx="2221800" cy="776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solidFill>
                  <a:schemeClr val="dk1"/>
                </a:solidFill>
              </a:defRPr>
            </a:lvl1pPr>
            <a:lvl2pPr lvl="1" rtl="0">
              <a:lnSpc>
                <a:spcPct val="100000"/>
              </a:lnSpc>
              <a:spcBef>
                <a:spcPts val="0"/>
              </a:spcBef>
              <a:spcAft>
                <a:spcPts val="0"/>
              </a:spcAft>
              <a:buSzPts val="2100"/>
              <a:buNone/>
              <a:defRPr sz="2100"/>
            </a:lvl2pPr>
            <a:lvl3pPr lvl="2" rtl="0">
              <a:lnSpc>
                <a:spcPct val="100000"/>
              </a:lnSpc>
              <a:spcBef>
                <a:spcPts val="0"/>
              </a:spcBef>
              <a:spcAft>
                <a:spcPts val="0"/>
              </a:spcAft>
              <a:buSzPts val="2100"/>
              <a:buNone/>
              <a:defRPr sz="2100"/>
            </a:lvl3pPr>
            <a:lvl4pPr lvl="3" rtl="0">
              <a:lnSpc>
                <a:spcPct val="100000"/>
              </a:lnSpc>
              <a:spcBef>
                <a:spcPts val="0"/>
              </a:spcBef>
              <a:spcAft>
                <a:spcPts val="0"/>
              </a:spcAft>
              <a:buSzPts val="2100"/>
              <a:buNone/>
              <a:defRPr sz="2100"/>
            </a:lvl4pPr>
            <a:lvl5pPr lvl="4" rtl="0">
              <a:lnSpc>
                <a:spcPct val="100000"/>
              </a:lnSpc>
              <a:spcBef>
                <a:spcPts val="0"/>
              </a:spcBef>
              <a:spcAft>
                <a:spcPts val="0"/>
              </a:spcAft>
              <a:buSzPts val="2100"/>
              <a:buNone/>
              <a:defRPr sz="2100"/>
            </a:lvl5pPr>
            <a:lvl6pPr lvl="5" rtl="0">
              <a:lnSpc>
                <a:spcPct val="100000"/>
              </a:lnSpc>
              <a:spcBef>
                <a:spcPts val="0"/>
              </a:spcBef>
              <a:spcAft>
                <a:spcPts val="0"/>
              </a:spcAft>
              <a:buSzPts val="2100"/>
              <a:buNone/>
              <a:defRPr sz="2100"/>
            </a:lvl6pPr>
            <a:lvl7pPr lvl="6" rtl="0">
              <a:lnSpc>
                <a:spcPct val="100000"/>
              </a:lnSpc>
              <a:spcBef>
                <a:spcPts val="0"/>
              </a:spcBef>
              <a:spcAft>
                <a:spcPts val="0"/>
              </a:spcAft>
              <a:buSzPts val="2100"/>
              <a:buNone/>
              <a:defRPr sz="2100"/>
            </a:lvl7pPr>
            <a:lvl8pPr lvl="7" rtl="0">
              <a:lnSpc>
                <a:spcPct val="100000"/>
              </a:lnSpc>
              <a:spcBef>
                <a:spcPts val="0"/>
              </a:spcBef>
              <a:spcAft>
                <a:spcPts val="0"/>
              </a:spcAft>
              <a:buSzPts val="2100"/>
              <a:buNone/>
              <a:defRPr sz="2100"/>
            </a:lvl8pPr>
            <a:lvl9pPr lvl="8" rtl="0">
              <a:lnSpc>
                <a:spcPct val="100000"/>
              </a:lnSpc>
              <a:spcBef>
                <a:spcPts val="0"/>
              </a:spcBef>
              <a:spcAft>
                <a:spcPts val="0"/>
              </a:spcAft>
              <a:buSzPts val="2100"/>
              <a:buNone/>
              <a:defRPr sz="2100"/>
            </a:lvl9pPr>
          </a:lstStyle>
          <a:p>
            <a:endParaRPr/>
          </a:p>
        </p:txBody>
      </p:sp>
      <p:sp>
        <p:nvSpPr>
          <p:cNvPr id="144" name="Google Shape;144;p26"/>
          <p:cNvSpPr txBox="1">
            <a:spLocks noGrp="1"/>
          </p:cNvSpPr>
          <p:nvPr>
            <p:ph type="subTitle" idx="2"/>
          </p:nvPr>
        </p:nvSpPr>
        <p:spPr>
          <a:xfrm>
            <a:off x="5973575" y="2883675"/>
            <a:ext cx="2221800" cy="776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solidFill>
                  <a:schemeClr val="dk1"/>
                </a:solidFill>
              </a:defRPr>
            </a:lvl1pPr>
            <a:lvl2pPr lvl="1" rtl="0">
              <a:lnSpc>
                <a:spcPct val="100000"/>
              </a:lnSpc>
              <a:spcBef>
                <a:spcPts val="0"/>
              </a:spcBef>
              <a:spcAft>
                <a:spcPts val="0"/>
              </a:spcAft>
              <a:buSzPts val="2100"/>
              <a:buNone/>
              <a:defRPr sz="2100"/>
            </a:lvl2pPr>
            <a:lvl3pPr lvl="2" rtl="0">
              <a:lnSpc>
                <a:spcPct val="100000"/>
              </a:lnSpc>
              <a:spcBef>
                <a:spcPts val="0"/>
              </a:spcBef>
              <a:spcAft>
                <a:spcPts val="0"/>
              </a:spcAft>
              <a:buSzPts val="2100"/>
              <a:buNone/>
              <a:defRPr sz="2100"/>
            </a:lvl3pPr>
            <a:lvl4pPr lvl="3" rtl="0">
              <a:lnSpc>
                <a:spcPct val="100000"/>
              </a:lnSpc>
              <a:spcBef>
                <a:spcPts val="0"/>
              </a:spcBef>
              <a:spcAft>
                <a:spcPts val="0"/>
              </a:spcAft>
              <a:buSzPts val="2100"/>
              <a:buNone/>
              <a:defRPr sz="2100"/>
            </a:lvl4pPr>
            <a:lvl5pPr lvl="4" rtl="0">
              <a:lnSpc>
                <a:spcPct val="100000"/>
              </a:lnSpc>
              <a:spcBef>
                <a:spcPts val="0"/>
              </a:spcBef>
              <a:spcAft>
                <a:spcPts val="0"/>
              </a:spcAft>
              <a:buSzPts val="2100"/>
              <a:buNone/>
              <a:defRPr sz="2100"/>
            </a:lvl5pPr>
            <a:lvl6pPr lvl="5" rtl="0">
              <a:lnSpc>
                <a:spcPct val="100000"/>
              </a:lnSpc>
              <a:spcBef>
                <a:spcPts val="0"/>
              </a:spcBef>
              <a:spcAft>
                <a:spcPts val="0"/>
              </a:spcAft>
              <a:buSzPts val="2100"/>
              <a:buNone/>
              <a:defRPr sz="2100"/>
            </a:lvl6pPr>
            <a:lvl7pPr lvl="6" rtl="0">
              <a:lnSpc>
                <a:spcPct val="100000"/>
              </a:lnSpc>
              <a:spcBef>
                <a:spcPts val="0"/>
              </a:spcBef>
              <a:spcAft>
                <a:spcPts val="0"/>
              </a:spcAft>
              <a:buSzPts val="2100"/>
              <a:buNone/>
              <a:defRPr sz="2100"/>
            </a:lvl7pPr>
            <a:lvl8pPr lvl="7" rtl="0">
              <a:lnSpc>
                <a:spcPct val="100000"/>
              </a:lnSpc>
              <a:spcBef>
                <a:spcPts val="0"/>
              </a:spcBef>
              <a:spcAft>
                <a:spcPts val="0"/>
              </a:spcAft>
              <a:buSzPts val="2100"/>
              <a:buNone/>
              <a:defRPr sz="2100"/>
            </a:lvl8pPr>
            <a:lvl9pPr lvl="8" rtl="0">
              <a:lnSpc>
                <a:spcPct val="100000"/>
              </a:lnSpc>
              <a:spcBef>
                <a:spcPts val="0"/>
              </a:spcBef>
              <a:spcAft>
                <a:spcPts val="0"/>
              </a:spcAft>
              <a:buSzPts val="2100"/>
              <a:buNone/>
              <a:defRPr sz="2100"/>
            </a:lvl9pPr>
          </a:lstStyle>
          <a:p>
            <a:endParaRPr/>
          </a:p>
        </p:txBody>
      </p:sp>
      <p:sp>
        <p:nvSpPr>
          <p:cNvPr id="145" name="Google Shape;145;p26"/>
          <p:cNvSpPr txBox="1">
            <a:spLocks noGrp="1"/>
          </p:cNvSpPr>
          <p:nvPr>
            <p:ph type="subTitle" idx="3"/>
          </p:nvPr>
        </p:nvSpPr>
        <p:spPr>
          <a:xfrm>
            <a:off x="3461019" y="2883675"/>
            <a:ext cx="2221800" cy="776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solidFill>
                  <a:schemeClr val="dk1"/>
                </a:solidFill>
              </a:defRPr>
            </a:lvl1pPr>
            <a:lvl2pPr lvl="1" rtl="0">
              <a:lnSpc>
                <a:spcPct val="100000"/>
              </a:lnSpc>
              <a:spcBef>
                <a:spcPts val="0"/>
              </a:spcBef>
              <a:spcAft>
                <a:spcPts val="0"/>
              </a:spcAft>
              <a:buSzPts val="2100"/>
              <a:buNone/>
              <a:defRPr sz="2100"/>
            </a:lvl2pPr>
            <a:lvl3pPr lvl="2" rtl="0">
              <a:lnSpc>
                <a:spcPct val="100000"/>
              </a:lnSpc>
              <a:spcBef>
                <a:spcPts val="0"/>
              </a:spcBef>
              <a:spcAft>
                <a:spcPts val="0"/>
              </a:spcAft>
              <a:buSzPts val="2100"/>
              <a:buNone/>
              <a:defRPr sz="2100"/>
            </a:lvl3pPr>
            <a:lvl4pPr lvl="3" rtl="0">
              <a:lnSpc>
                <a:spcPct val="100000"/>
              </a:lnSpc>
              <a:spcBef>
                <a:spcPts val="0"/>
              </a:spcBef>
              <a:spcAft>
                <a:spcPts val="0"/>
              </a:spcAft>
              <a:buSzPts val="2100"/>
              <a:buNone/>
              <a:defRPr sz="2100"/>
            </a:lvl4pPr>
            <a:lvl5pPr lvl="4" rtl="0">
              <a:lnSpc>
                <a:spcPct val="100000"/>
              </a:lnSpc>
              <a:spcBef>
                <a:spcPts val="0"/>
              </a:spcBef>
              <a:spcAft>
                <a:spcPts val="0"/>
              </a:spcAft>
              <a:buSzPts val="2100"/>
              <a:buNone/>
              <a:defRPr sz="2100"/>
            </a:lvl5pPr>
            <a:lvl6pPr lvl="5" rtl="0">
              <a:lnSpc>
                <a:spcPct val="100000"/>
              </a:lnSpc>
              <a:spcBef>
                <a:spcPts val="0"/>
              </a:spcBef>
              <a:spcAft>
                <a:spcPts val="0"/>
              </a:spcAft>
              <a:buSzPts val="2100"/>
              <a:buNone/>
              <a:defRPr sz="2100"/>
            </a:lvl6pPr>
            <a:lvl7pPr lvl="6" rtl="0">
              <a:lnSpc>
                <a:spcPct val="100000"/>
              </a:lnSpc>
              <a:spcBef>
                <a:spcPts val="0"/>
              </a:spcBef>
              <a:spcAft>
                <a:spcPts val="0"/>
              </a:spcAft>
              <a:buSzPts val="2100"/>
              <a:buNone/>
              <a:defRPr sz="2100"/>
            </a:lvl7pPr>
            <a:lvl8pPr lvl="7" rtl="0">
              <a:lnSpc>
                <a:spcPct val="100000"/>
              </a:lnSpc>
              <a:spcBef>
                <a:spcPts val="0"/>
              </a:spcBef>
              <a:spcAft>
                <a:spcPts val="0"/>
              </a:spcAft>
              <a:buSzPts val="2100"/>
              <a:buNone/>
              <a:defRPr sz="2100"/>
            </a:lvl8pPr>
            <a:lvl9pPr lvl="8" rtl="0">
              <a:lnSpc>
                <a:spcPct val="100000"/>
              </a:lnSpc>
              <a:spcBef>
                <a:spcPts val="0"/>
              </a:spcBef>
              <a:spcAft>
                <a:spcPts val="0"/>
              </a:spcAft>
              <a:buSzPts val="2100"/>
              <a:buNone/>
              <a:defRPr sz="2100"/>
            </a:lvl9pPr>
          </a:lstStyle>
          <a:p>
            <a:endParaRPr/>
          </a:p>
        </p:txBody>
      </p:sp>
      <p:sp>
        <p:nvSpPr>
          <p:cNvPr id="146" name="Google Shape;146;p26"/>
          <p:cNvSpPr txBox="1">
            <a:spLocks noGrp="1"/>
          </p:cNvSpPr>
          <p:nvPr>
            <p:ph type="subTitle" idx="4"/>
          </p:nvPr>
        </p:nvSpPr>
        <p:spPr>
          <a:xfrm>
            <a:off x="948475" y="2533775"/>
            <a:ext cx="2221800" cy="4776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400"/>
              <a:buFont typeface="Anton"/>
              <a:buNone/>
              <a:defRPr sz="2400">
                <a:solidFill>
                  <a:schemeClr val="dk1"/>
                </a:solidFill>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47" name="Google Shape;147;p26"/>
          <p:cNvSpPr txBox="1">
            <a:spLocks noGrp="1"/>
          </p:cNvSpPr>
          <p:nvPr>
            <p:ph type="subTitle" idx="5"/>
          </p:nvPr>
        </p:nvSpPr>
        <p:spPr>
          <a:xfrm>
            <a:off x="3461019" y="2533775"/>
            <a:ext cx="2221800" cy="4776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400"/>
              <a:buFont typeface="Anton"/>
              <a:buNone/>
              <a:defRPr sz="2400">
                <a:solidFill>
                  <a:schemeClr val="dk1"/>
                </a:solidFill>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48" name="Google Shape;148;p26"/>
          <p:cNvSpPr txBox="1">
            <a:spLocks noGrp="1"/>
          </p:cNvSpPr>
          <p:nvPr>
            <p:ph type="subTitle" idx="6"/>
          </p:nvPr>
        </p:nvSpPr>
        <p:spPr>
          <a:xfrm>
            <a:off x="5973577" y="2533775"/>
            <a:ext cx="2221800" cy="4776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400"/>
              <a:buFont typeface="Anton"/>
              <a:buNone/>
              <a:defRPr sz="2400">
                <a:solidFill>
                  <a:schemeClr val="dk1"/>
                </a:solidFill>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and three columns 2">
  <p:cSld name="CUSTOM_7_2_1">
    <p:spTree>
      <p:nvGrpSpPr>
        <p:cNvPr id="1" name="Shape 149"/>
        <p:cNvGrpSpPr/>
        <p:nvPr/>
      </p:nvGrpSpPr>
      <p:grpSpPr>
        <a:xfrm>
          <a:off x="0" y="0"/>
          <a:ext cx="0" cy="0"/>
          <a:chOff x="0" y="0"/>
          <a:chExt cx="0" cy="0"/>
        </a:xfrm>
      </p:grpSpPr>
      <p:pic>
        <p:nvPicPr>
          <p:cNvPr id="150" name="Google Shape;150;p27"/>
          <p:cNvPicPr preferRelativeResize="0"/>
          <p:nvPr/>
        </p:nvPicPr>
        <p:blipFill>
          <a:blip r:embed="rId2">
            <a:alphaModFix/>
          </a:blip>
          <a:stretch>
            <a:fillRect/>
          </a:stretch>
        </p:blipFill>
        <p:spPr>
          <a:xfrm>
            <a:off x="50" y="0"/>
            <a:ext cx="9144000" cy="5143500"/>
          </a:xfrm>
          <a:prstGeom prst="rect">
            <a:avLst/>
          </a:prstGeom>
          <a:noFill/>
          <a:ln>
            <a:noFill/>
          </a:ln>
        </p:spPr>
      </p:pic>
      <p:sp>
        <p:nvSpPr>
          <p:cNvPr id="151" name="Google Shape;151;p27"/>
          <p:cNvSpPr/>
          <p:nvPr/>
        </p:nvSpPr>
        <p:spPr>
          <a:xfrm>
            <a:off x="720000" y="1359650"/>
            <a:ext cx="7704000" cy="32436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 name="Google Shape;152;p27"/>
          <p:cNvSpPr txBox="1">
            <a:spLocks noGrp="1"/>
          </p:cNvSpPr>
          <p:nvPr>
            <p:ph type="title"/>
          </p:nvPr>
        </p:nvSpPr>
        <p:spPr>
          <a:xfrm flipH="1">
            <a:off x="720000" y="540000"/>
            <a:ext cx="7704000" cy="477600"/>
          </a:xfrm>
          <a:prstGeom prst="rect">
            <a:avLst/>
          </a:prstGeom>
          <a:solidFill>
            <a:srgbClr val="000000">
              <a:alpha val="67590"/>
            </a:srgbClr>
          </a:solidFill>
        </p:spPr>
        <p:txBody>
          <a:bodyPr spcFirstLastPara="1" wrap="square" lIns="91425" tIns="91425" rIns="91425" bIns="91425" anchor="ctr" anchorCtr="0">
            <a:noAutofit/>
          </a:bodyPr>
          <a:lstStyle>
            <a:lvl1pPr lvl="0" rtl="0">
              <a:spcBef>
                <a:spcPts val="0"/>
              </a:spcBef>
              <a:spcAft>
                <a:spcPts val="0"/>
              </a:spcAft>
              <a:buSzPts val="3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53" name="Google Shape;153;p27"/>
          <p:cNvSpPr txBox="1">
            <a:spLocks noGrp="1"/>
          </p:cNvSpPr>
          <p:nvPr>
            <p:ph type="subTitle" idx="1"/>
          </p:nvPr>
        </p:nvSpPr>
        <p:spPr>
          <a:xfrm>
            <a:off x="2583763" y="2885198"/>
            <a:ext cx="3976500" cy="5832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solidFill>
                  <a:schemeClr val="dk1"/>
                </a:solidFill>
              </a:defRPr>
            </a:lvl1pPr>
            <a:lvl2pPr lvl="1" rtl="0">
              <a:lnSpc>
                <a:spcPct val="100000"/>
              </a:lnSpc>
              <a:spcBef>
                <a:spcPts val="0"/>
              </a:spcBef>
              <a:spcAft>
                <a:spcPts val="0"/>
              </a:spcAft>
              <a:buSzPts val="2100"/>
              <a:buNone/>
              <a:defRPr sz="2100"/>
            </a:lvl2pPr>
            <a:lvl3pPr lvl="2" rtl="0">
              <a:lnSpc>
                <a:spcPct val="100000"/>
              </a:lnSpc>
              <a:spcBef>
                <a:spcPts val="0"/>
              </a:spcBef>
              <a:spcAft>
                <a:spcPts val="0"/>
              </a:spcAft>
              <a:buSzPts val="2100"/>
              <a:buNone/>
              <a:defRPr sz="2100"/>
            </a:lvl3pPr>
            <a:lvl4pPr lvl="3" rtl="0">
              <a:lnSpc>
                <a:spcPct val="100000"/>
              </a:lnSpc>
              <a:spcBef>
                <a:spcPts val="0"/>
              </a:spcBef>
              <a:spcAft>
                <a:spcPts val="0"/>
              </a:spcAft>
              <a:buSzPts val="2100"/>
              <a:buNone/>
              <a:defRPr sz="2100"/>
            </a:lvl4pPr>
            <a:lvl5pPr lvl="4" rtl="0">
              <a:lnSpc>
                <a:spcPct val="100000"/>
              </a:lnSpc>
              <a:spcBef>
                <a:spcPts val="0"/>
              </a:spcBef>
              <a:spcAft>
                <a:spcPts val="0"/>
              </a:spcAft>
              <a:buSzPts val="2100"/>
              <a:buNone/>
              <a:defRPr sz="2100"/>
            </a:lvl5pPr>
            <a:lvl6pPr lvl="5" rtl="0">
              <a:lnSpc>
                <a:spcPct val="100000"/>
              </a:lnSpc>
              <a:spcBef>
                <a:spcPts val="0"/>
              </a:spcBef>
              <a:spcAft>
                <a:spcPts val="0"/>
              </a:spcAft>
              <a:buSzPts val="2100"/>
              <a:buNone/>
              <a:defRPr sz="2100"/>
            </a:lvl6pPr>
            <a:lvl7pPr lvl="6" rtl="0">
              <a:lnSpc>
                <a:spcPct val="100000"/>
              </a:lnSpc>
              <a:spcBef>
                <a:spcPts val="0"/>
              </a:spcBef>
              <a:spcAft>
                <a:spcPts val="0"/>
              </a:spcAft>
              <a:buSzPts val="2100"/>
              <a:buNone/>
              <a:defRPr sz="2100"/>
            </a:lvl7pPr>
            <a:lvl8pPr lvl="7" rtl="0">
              <a:lnSpc>
                <a:spcPct val="100000"/>
              </a:lnSpc>
              <a:spcBef>
                <a:spcPts val="0"/>
              </a:spcBef>
              <a:spcAft>
                <a:spcPts val="0"/>
              </a:spcAft>
              <a:buSzPts val="2100"/>
              <a:buNone/>
              <a:defRPr sz="2100"/>
            </a:lvl8pPr>
            <a:lvl9pPr lvl="8" rtl="0">
              <a:lnSpc>
                <a:spcPct val="100000"/>
              </a:lnSpc>
              <a:spcBef>
                <a:spcPts val="0"/>
              </a:spcBef>
              <a:spcAft>
                <a:spcPts val="0"/>
              </a:spcAft>
              <a:buSzPts val="2100"/>
              <a:buNone/>
              <a:defRPr sz="2100"/>
            </a:lvl9pPr>
          </a:lstStyle>
          <a:p>
            <a:endParaRPr/>
          </a:p>
        </p:txBody>
      </p:sp>
      <p:sp>
        <p:nvSpPr>
          <p:cNvPr id="154" name="Google Shape;154;p27"/>
          <p:cNvSpPr txBox="1">
            <a:spLocks noGrp="1"/>
          </p:cNvSpPr>
          <p:nvPr>
            <p:ph type="subTitle" idx="2"/>
          </p:nvPr>
        </p:nvSpPr>
        <p:spPr>
          <a:xfrm>
            <a:off x="2583763" y="1909435"/>
            <a:ext cx="3976500" cy="5832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solidFill>
                  <a:schemeClr val="dk1"/>
                </a:solidFill>
              </a:defRPr>
            </a:lvl1pPr>
            <a:lvl2pPr lvl="1" rtl="0">
              <a:lnSpc>
                <a:spcPct val="100000"/>
              </a:lnSpc>
              <a:spcBef>
                <a:spcPts val="0"/>
              </a:spcBef>
              <a:spcAft>
                <a:spcPts val="0"/>
              </a:spcAft>
              <a:buSzPts val="2100"/>
              <a:buNone/>
              <a:defRPr sz="2100"/>
            </a:lvl2pPr>
            <a:lvl3pPr lvl="2" rtl="0">
              <a:lnSpc>
                <a:spcPct val="100000"/>
              </a:lnSpc>
              <a:spcBef>
                <a:spcPts val="0"/>
              </a:spcBef>
              <a:spcAft>
                <a:spcPts val="0"/>
              </a:spcAft>
              <a:buSzPts val="2100"/>
              <a:buNone/>
              <a:defRPr sz="2100"/>
            </a:lvl3pPr>
            <a:lvl4pPr lvl="3" rtl="0">
              <a:lnSpc>
                <a:spcPct val="100000"/>
              </a:lnSpc>
              <a:spcBef>
                <a:spcPts val="0"/>
              </a:spcBef>
              <a:spcAft>
                <a:spcPts val="0"/>
              </a:spcAft>
              <a:buSzPts val="2100"/>
              <a:buNone/>
              <a:defRPr sz="2100"/>
            </a:lvl4pPr>
            <a:lvl5pPr lvl="4" rtl="0">
              <a:lnSpc>
                <a:spcPct val="100000"/>
              </a:lnSpc>
              <a:spcBef>
                <a:spcPts val="0"/>
              </a:spcBef>
              <a:spcAft>
                <a:spcPts val="0"/>
              </a:spcAft>
              <a:buSzPts val="2100"/>
              <a:buNone/>
              <a:defRPr sz="2100"/>
            </a:lvl5pPr>
            <a:lvl6pPr lvl="5" rtl="0">
              <a:lnSpc>
                <a:spcPct val="100000"/>
              </a:lnSpc>
              <a:spcBef>
                <a:spcPts val="0"/>
              </a:spcBef>
              <a:spcAft>
                <a:spcPts val="0"/>
              </a:spcAft>
              <a:buSzPts val="2100"/>
              <a:buNone/>
              <a:defRPr sz="2100"/>
            </a:lvl6pPr>
            <a:lvl7pPr lvl="6" rtl="0">
              <a:lnSpc>
                <a:spcPct val="100000"/>
              </a:lnSpc>
              <a:spcBef>
                <a:spcPts val="0"/>
              </a:spcBef>
              <a:spcAft>
                <a:spcPts val="0"/>
              </a:spcAft>
              <a:buSzPts val="2100"/>
              <a:buNone/>
              <a:defRPr sz="2100"/>
            </a:lvl7pPr>
            <a:lvl8pPr lvl="7" rtl="0">
              <a:lnSpc>
                <a:spcPct val="100000"/>
              </a:lnSpc>
              <a:spcBef>
                <a:spcPts val="0"/>
              </a:spcBef>
              <a:spcAft>
                <a:spcPts val="0"/>
              </a:spcAft>
              <a:buSzPts val="2100"/>
              <a:buNone/>
              <a:defRPr sz="2100"/>
            </a:lvl8pPr>
            <a:lvl9pPr lvl="8" rtl="0">
              <a:lnSpc>
                <a:spcPct val="100000"/>
              </a:lnSpc>
              <a:spcBef>
                <a:spcPts val="0"/>
              </a:spcBef>
              <a:spcAft>
                <a:spcPts val="0"/>
              </a:spcAft>
              <a:buSzPts val="2100"/>
              <a:buNone/>
              <a:defRPr sz="2100"/>
            </a:lvl9pPr>
          </a:lstStyle>
          <a:p>
            <a:endParaRPr/>
          </a:p>
        </p:txBody>
      </p:sp>
      <p:sp>
        <p:nvSpPr>
          <p:cNvPr id="155" name="Google Shape;155;p27"/>
          <p:cNvSpPr txBox="1">
            <a:spLocks noGrp="1"/>
          </p:cNvSpPr>
          <p:nvPr>
            <p:ph type="subTitle" idx="3"/>
          </p:nvPr>
        </p:nvSpPr>
        <p:spPr>
          <a:xfrm>
            <a:off x="2583738" y="3832449"/>
            <a:ext cx="3976500" cy="5832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solidFill>
                  <a:schemeClr val="dk1"/>
                </a:solidFill>
              </a:defRPr>
            </a:lvl1pPr>
            <a:lvl2pPr lvl="1" rtl="0">
              <a:lnSpc>
                <a:spcPct val="100000"/>
              </a:lnSpc>
              <a:spcBef>
                <a:spcPts val="0"/>
              </a:spcBef>
              <a:spcAft>
                <a:spcPts val="0"/>
              </a:spcAft>
              <a:buSzPts val="2100"/>
              <a:buNone/>
              <a:defRPr sz="2100"/>
            </a:lvl2pPr>
            <a:lvl3pPr lvl="2" rtl="0">
              <a:lnSpc>
                <a:spcPct val="100000"/>
              </a:lnSpc>
              <a:spcBef>
                <a:spcPts val="0"/>
              </a:spcBef>
              <a:spcAft>
                <a:spcPts val="0"/>
              </a:spcAft>
              <a:buSzPts val="2100"/>
              <a:buNone/>
              <a:defRPr sz="2100"/>
            </a:lvl3pPr>
            <a:lvl4pPr lvl="3" rtl="0">
              <a:lnSpc>
                <a:spcPct val="100000"/>
              </a:lnSpc>
              <a:spcBef>
                <a:spcPts val="0"/>
              </a:spcBef>
              <a:spcAft>
                <a:spcPts val="0"/>
              </a:spcAft>
              <a:buSzPts val="2100"/>
              <a:buNone/>
              <a:defRPr sz="2100"/>
            </a:lvl4pPr>
            <a:lvl5pPr lvl="4" rtl="0">
              <a:lnSpc>
                <a:spcPct val="100000"/>
              </a:lnSpc>
              <a:spcBef>
                <a:spcPts val="0"/>
              </a:spcBef>
              <a:spcAft>
                <a:spcPts val="0"/>
              </a:spcAft>
              <a:buSzPts val="2100"/>
              <a:buNone/>
              <a:defRPr sz="2100"/>
            </a:lvl5pPr>
            <a:lvl6pPr lvl="5" rtl="0">
              <a:lnSpc>
                <a:spcPct val="100000"/>
              </a:lnSpc>
              <a:spcBef>
                <a:spcPts val="0"/>
              </a:spcBef>
              <a:spcAft>
                <a:spcPts val="0"/>
              </a:spcAft>
              <a:buSzPts val="2100"/>
              <a:buNone/>
              <a:defRPr sz="2100"/>
            </a:lvl6pPr>
            <a:lvl7pPr lvl="6" rtl="0">
              <a:lnSpc>
                <a:spcPct val="100000"/>
              </a:lnSpc>
              <a:spcBef>
                <a:spcPts val="0"/>
              </a:spcBef>
              <a:spcAft>
                <a:spcPts val="0"/>
              </a:spcAft>
              <a:buSzPts val="2100"/>
              <a:buNone/>
              <a:defRPr sz="2100"/>
            </a:lvl7pPr>
            <a:lvl8pPr lvl="7" rtl="0">
              <a:lnSpc>
                <a:spcPct val="100000"/>
              </a:lnSpc>
              <a:spcBef>
                <a:spcPts val="0"/>
              </a:spcBef>
              <a:spcAft>
                <a:spcPts val="0"/>
              </a:spcAft>
              <a:buSzPts val="2100"/>
              <a:buNone/>
              <a:defRPr sz="2100"/>
            </a:lvl8pPr>
            <a:lvl9pPr lvl="8" rtl="0">
              <a:lnSpc>
                <a:spcPct val="100000"/>
              </a:lnSpc>
              <a:spcBef>
                <a:spcPts val="0"/>
              </a:spcBef>
              <a:spcAft>
                <a:spcPts val="0"/>
              </a:spcAft>
              <a:buSzPts val="2100"/>
              <a:buNone/>
              <a:defRPr sz="2100"/>
            </a:lvl9pPr>
          </a:lstStyle>
          <a:p>
            <a:endParaRPr/>
          </a:p>
        </p:txBody>
      </p:sp>
      <p:sp>
        <p:nvSpPr>
          <p:cNvPr id="156" name="Google Shape;156;p27"/>
          <p:cNvSpPr txBox="1">
            <a:spLocks noGrp="1"/>
          </p:cNvSpPr>
          <p:nvPr>
            <p:ph type="subTitle" idx="4"/>
          </p:nvPr>
        </p:nvSpPr>
        <p:spPr>
          <a:xfrm>
            <a:off x="2583753" y="2466942"/>
            <a:ext cx="3976500" cy="4776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400"/>
              <a:buFont typeface="Anton"/>
              <a:buNone/>
              <a:defRPr sz="2400">
                <a:solidFill>
                  <a:schemeClr val="dk1"/>
                </a:solidFill>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57" name="Google Shape;157;p27"/>
          <p:cNvSpPr txBox="1">
            <a:spLocks noGrp="1"/>
          </p:cNvSpPr>
          <p:nvPr>
            <p:ph type="subTitle" idx="5"/>
          </p:nvPr>
        </p:nvSpPr>
        <p:spPr>
          <a:xfrm>
            <a:off x="2583743" y="3414196"/>
            <a:ext cx="3976500" cy="4776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400"/>
              <a:buFont typeface="Anton"/>
              <a:buNone/>
              <a:defRPr sz="2400">
                <a:solidFill>
                  <a:schemeClr val="dk1"/>
                </a:solidFill>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58" name="Google Shape;158;p27"/>
          <p:cNvSpPr txBox="1">
            <a:spLocks noGrp="1"/>
          </p:cNvSpPr>
          <p:nvPr>
            <p:ph type="subTitle" idx="6"/>
          </p:nvPr>
        </p:nvSpPr>
        <p:spPr>
          <a:xfrm>
            <a:off x="2583757" y="1491176"/>
            <a:ext cx="3976500" cy="4776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400"/>
              <a:buFont typeface="Anton"/>
              <a:buNone/>
              <a:defRPr sz="2400">
                <a:solidFill>
                  <a:schemeClr val="dk1"/>
                </a:solidFill>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Number and text">
  <p:cSld name="CUSTOM_7_1">
    <p:spTree>
      <p:nvGrpSpPr>
        <p:cNvPr id="1" name="Shape 159"/>
        <p:cNvGrpSpPr/>
        <p:nvPr/>
      </p:nvGrpSpPr>
      <p:grpSpPr>
        <a:xfrm>
          <a:off x="0" y="0"/>
          <a:ext cx="0" cy="0"/>
          <a:chOff x="0" y="0"/>
          <a:chExt cx="0" cy="0"/>
        </a:xfrm>
      </p:grpSpPr>
      <p:pic>
        <p:nvPicPr>
          <p:cNvPr id="160" name="Google Shape;160;p28"/>
          <p:cNvPicPr preferRelativeResize="0"/>
          <p:nvPr/>
        </p:nvPicPr>
        <p:blipFill>
          <a:blip r:embed="rId2">
            <a:alphaModFix/>
          </a:blip>
          <a:stretch>
            <a:fillRect/>
          </a:stretch>
        </p:blipFill>
        <p:spPr>
          <a:xfrm rot="10800000">
            <a:off x="0" y="0"/>
            <a:ext cx="9144000" cy="5143500"/>
          </a:xfrm>
          <a:prstGeom prst="rect">
            <a:avLst/>
          </a:prstGeom>
          <a:noFill/>
          <a:ln>
            <a:noFill/>
          </a:ln>
        </p:spPr>
      </p:pic>
      <p:sp>
        <p:nvSpPr>
          <p:cNvPr id="161" name="Google Shape;161;p28"/>
          <p:cNvSpPr/>
          <p:nvPr/>
        </p:nvSpPr>
        <p:spPr>
          <a:xfrm>
            <a:off x="713150" y="1327075"/>
            <a:ext cx="7717800" cy="32757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 name="Google Shape;162;p28"/>
          <p:cNvSpPr txBox="1">
            <a:spLocks noGrp="1"/>
          </p:cNvSpPr>
          <p:nvPr>
            <p:ph type="title"/>
          </p:nvPr>
        </p:nvSpPr>
        <p:spPr>
          <a:xfrm>
            <a:off x="720000" y="540000"/>
            <a:ext cx="7704000" cy="477600"/>
          </a:xfrm>
          <a:prstGeom prst="rect">
            <a:avLst/>
          </a:prstGeom>
        </p:spPr>
        <p:txBody>
          <a:bodyPr spcFirstLastPara="1" wrap="square" lIns="91425" tIns="91425" rIns="91425" bIns="91425" anchor="ctr" anchorCtr="0">
            <a:noAutofit/>
          </a:bodyPr>
          <a:lstStyle>
            <a:lvl1pPr lvl="0" rtl="0">
              <a:spcBef>
                <a:spcPts val="0"/>
              </a:spcBef>
              <a:spcAft>
                <a:spcPts val="0"/>
              </a:spcAft>
              <a:buSzPts val="3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63" name="Google Shape;163;p28"/>
          <p:cNvSpPr txBox="1">
            <a:spLocks noGrp="1"/>
          </p:cNvSpPr>
          <p:nvPr>
            <p:ph type="subTitle" idx="1"/>
          </p:nvPr>
        </p:nvSpPr>
        <p:spPr>
          <a:xfrm>
            <a:off x="989425" y="3831700"/>
            <a:ext cx="1859700" cy="537300"/>
          </a:xfrm>
          <a:prstGeom prst="rect">
            <a:avLst/>
          </a:prstGeom>
        </p:spPr>
        <p:txBody>
          <a:bodyPr spcFirstLastPara="1" wrap="square" lIns="91425" tIns="91425" rIns="91425" bIns="91425" anchor="t" anchorCtr="0">
            <a:noAutofit/>
          </a:bodyPr>
          <a:lstStyle>
            <a:lvl1pPr marR="0" lvl="0" algn="ctr" rtl="0">
              <a:lnSpc>
                <a:spcPct val="100000"/>
              </a:lnSpc>
              <a:spcBef>
                <a:spcPts val="0"/>
              </a:spcBef>
              <a:spcAft>
                <a:spcPts val="0"/>
              </a:spcAft>
              <a:buSzPts val="1400"/>
              <a:buNone/>
              <a:defRPr/>
            </a:lvl1pPr>
            <a:lvl2pPr lvl="1" rtl="0">
              <a:lnSpc>
                <a:spcPct val="100000"/>
              </a:lnSpc>
              <a:spcBef>
                <a:spcPts val="0"/>
              </a:spcBef>
              <a:spcAft>
                <a:spcPts val="0"/>
              </a:spcAft>
              <a:buSzPts val="2100"/>
              <a:buNone/>
              <a:defRPr sz="2100"/>
            </a:lvl2pPr>
            <a:lvl3pPr lvl="2" rtl="0">
              <a:lnSpc>
                <a:spcPct val="100000"/>
              </a:lnSpc>
              <a:spcBef>
                <a:spcPts val="0"/>
              </a:spcBef>
              <a:spcAft>
                <a:spcPts val="0"/>
              </a:spcAft>
              <a:buSzPts val="2100"/>
              <a:buNone/>
              <a:defRPr sz="2100"/>
            </a:lvl3pPr>
            <a:lvl4pPr lvl="3" rtl="0">
              <a:lnSpc>
                <a:spcPct val="100000"/>
              </a:lnSpc>
              <a:spcBef>
                <a:spcPts val="0"/>
              </a:spcBef>
              <a:spcAft>
                <a:spcPts val="0"/>
              </a:spcAft>
              <a:buSzPts val="2100"/>
              <a:buNone/>
              <a:defRPr sz="2100"/>
            </a:lvl4pPr>
            <a:lvl5pPr lvl="4" rtl="0">
              <a:lnSpc>
                <a:spcPct val="100000"/>
              </a:lnSpc>
              <a:spcBef>
                <a:spcPts val="0"/>
              </a:spcBef>
              <a:spcAft>
                <a:spcPts val="0"/>
              </a:spcAft>
              <a:buSzPts val="2100"/>
              <a:buNone/>
              <a:defRPr sz="2100"/>
            </a:lvl5pPr>
            <a:lvl6pPr lvl="5" rtl="0">
              <a:lnSpc>
                <a:spcPct val="100000"/>
              </a:lnSpc>
              <a:spcBef>
                <a:spcPts val="0"/>
              </a:spcBef>
              <a:spcAft>
                <a:spcPts val="0"/>
              </a:spcAft>
              <a:buSzPts val="2100"/>
              <a:buNone/>
              <a:defRPr sz="2100"/>
            </a:lvl6pPr>
            <a:lvl7pPr lvl="6" rtl="0">
              <a:lnSpc>
                <a:spcPct val="100000"/>
              </a:lnSpc>
              <a:spcBef>
                <a:spcPts val="0"/>
              </a:spcBef>
              <a:spcAft>
                <a:spcPts val="0"/>
              </a:spcAft>
              <a:buSzPts val="2100"/>
              <a:buNone/>
              <a:defRPr sz="2100"/>
            </a:lvl7pPr>
            <a:lvl8pPr lvl="7" rtl="0">
              <a:lnSpc>
                <a:spcPct val="100000"/>
              </a:lnSpc>
              <a:spcBef>
                <a:spcPts val="0"/>
              </a:spcBef>
              <a:spcAft>
                <a:spcPts val="0"/>
              </a:spcAft>
              <a:buSzPts val="2100"/>
              <a:buNone/>
              <a:defRPr sz="2100"/>
            </a:lvl8pPr>
            <a:lvl9pPr lvl="8" rtl="0">
              <a:lnSpc>
                <a:spcPct val="100000"/>
              </a:lnSpc>
              <a:spcBef>
                <a:spcPts val="0"/>
              </a:spcBef>
              <a:spcAft>
                <a:spcPts val="0"/>
              </a:spcAft>
              <a:buSzPts val="2100"/>
              <a:buNone/>
              <a:defRPr sz="2100"/>
            </a:lvl9pPr>
          </a:lstStyle>
          <a:p>
            <a:endParaRPr/>
          </a:p>
        </p:txBody>
      </p:sp>
      <p:sp>
        <p:nvSpPr>
          <p:cNvPr id="164" name="Google Shape;164;p28"/>
          <p:cNvSpPr txBox="1">
            <a:spLocks noGrp="1"/>
          </p:cNvSpPr>
          <p:nvPr>
            <p:ph type="subTitle" idx="2"/>
          </p:nvPr>
        </p:nvSpPr>
        <p:spPr>
          <a:xfrm>
            <a:off x="6301327" y="3831700"/>
            <a:ext cx="1859700" cy="537300"/>
          </a:xfrm>
          <a:prstGeom prst="rect">
            <a:avLst/>
          </a:prstGeom>
        </p:spPr>
        <p:txBody>
          <a:bodyPr spcFirstLastPara="1" wrap="square" lIns="91425" tIns="91425" rIns="91425" bIns="91425" anchor="t" anchorCtr="0">
            <a:noAutofit/>
          </a:bodyPr>
          <a:lstStyle>
            <a:lvl1pPr marR="0" lvl="0" algn="ctr" rtl="0">
              <a:lnSpc>
                <a:spcPct val="100000"/>
              </a:lnSpc>
              <a:spcBef>
                <a:spcPts val="0"/>
              </a:spcBef>
              <a:spcAft>
                <a:spcPts val="0"/>
              </a:spcAft>
              <a:buSzPts val="1400"/>
              <a:buNone/>
              <a:defRPr/>
            </a:lvl1pPr>
            <a:lvl2pPr lvl="1" rtl="0">
              <a:lnSpc>
                <a:spcPct val="100000"/>
              </a:lnSpc>
              <a:spcBef>
                <a:spcPts val="0"/>
              </a:spcBef>
              <a:spcAft>
                <a:spcPts val="0"/>
              </a:spcAft>
              <a:buSzPts val="2100"/>
              <a:buNone/>
              <a:defRPr sz="2100"/>
            </a:lvl2pPr>
            <a:lvl3pPr lvl="2" rtl="0">
              <a:lnSpc>
                <a:spcPct val="100000"/>
              </a:lnSpc>
              <a:spcBef>
                <a:spcPts val="0"/>
              </a:spcBef>
              <a:spcAft>
                <a:spcPts val="0"/>
              </a:spcAft>
              <a:buSzPts val="2100"/>
              <a:buNone/>
              <a:defRPr sz="2100"/>
            </a:lvl3pPr>
            <a:lvl4pPr lvl="3" rtl="0">
              <a:lnSpc>
                <a:spcPct val="100000"/>
              </a:lnSpc>
              <a:spcBef>
                <a:spcPts val="0"/>
              </a:spcBef>
              <a:spcAft>
                <a:spcPts val="0"/>
              </a:spcAft>
              <a:buSzPts val="2100"/>
              <a:buNone/>
              <a:defRPr sz="2100"/>
            </a:lvl4pPr>
            <a:lvl5pPr lvl="4" rtl="0">
              <a:lnSpc>
                <a:spcPct val="100000"/>
              </a:lnSpc>
              <a:spcBef>
                <a:spcPts val="0"/>
              </a:spcBef>
              <a:spcAft>
                <a:spcPts val="0"/>
              </a:spcAft>
              <a:buSzPts val="2100"/>
              <a:buNone/>
              <a:defRPr sz="2100"/>
            </a:lvl5pPr>
            <a:lvl6pPr lvl="5" rtl="0">
              <a:lnSpc>
                <a:spcPct val="100000"/>
              </a:lnSpc>
              <a:spcBef>
                <a:spcPts val="0"/>
              </a:spcBef>
              <a:spcAft>
                <a:spcPts val="0"/>
              </a:spcAft>
              <a:buSzPts val="2100"/>
              <a:buNone/>
              <a:defRPr sz="2100"/>
            </a:lvl6pPr>
            <a:lvl7pPr lvl="6" rtl="0">
              <a:lnSpc>
                <a:spcPct val="100000"/>
              </a:lnSpc>
              <a:spcBef>
                <a:spcPts val="0"/>
              </a:spcBef>
              <a:spcAft>
                <a:spcPts val="0"/>
              </a:spcAft>
              <a:buSzPts val="2100"/>
              <a:buNone/>
              <a:defRPr sz="2100"/>
            </a:lvl7pPr>
            <a:lvl8pPr lvl="7" rtl="0">
              <a:lnSpc>
                <a:spcPct val="100000"/>
              </a:lnSpc>
              <a:spcBef>
                <a:spcPts val="0"/>
              </a:spcBef>
              <a:spcAft>
                <a:spcPts val="0"/>
              </a:spcAft>
              <a:buSzPts val="2100"/>
              <a:buNone/>
              <a:defRPr sz="2100"/>
            </a:lvl8pPr>
            <a:lvl9pPr lvl="8" rtl="0">
              <a:lnSpc>
                <a:spcPct val="100000"/>
              </a:lnSpc>
              <a:spcBef>
                <a:spcPts val="0"/>
              </a:spcBef>
              <a:spcAft>
                <a:spcPts val="0"/>
              </a:spcAft>
              <a:buSzPts val="2100"/>
              <a:buNone/>
              <a:defRPr sz="2100"/>
            </a:lvl9pPr>
          </a:lstStyle>
          <a:p>
            <a:endParaRPr/>
          </a:p>
        </p:txBody>
      </p:sp>
      <p:sp>
        <p:nvSpPr>
          <p:cNvPr id="165" name="Google Shape;165;p28"/>
          <p:cNvSpPr txBox="1">
            <a:spLocks noGrp="1"/>
          </p:cNvSpPr>
          <p:nvPr>
            <p:ph type="subTitle" idx="3"/>
          </p:nvPr>
        </p:nvSpPr>
        <p:spPr>
          <a:xfrm>
            <a:off x="3645376" y="3831700"/>
            <a:ext cx="1859700" cy="537300"/>
          </a:xfrm>
          <a:prstGeom prst="rect">
            <a:avLst/>
          </a:prstGeom>
        </p:spPr>
        <p:txBody>
          <a:bodyPr spcFirstLastPara="1" wrap="square" lIns="91425" tIns="91425" rIns="91425" bIns="91425" anchor="t" anchorCtr="0">
            <a:noAutofit/>
          </a:bodyPr>
          <a:lstStyle>
            <a:lvl1pPr marR="0" lvl="0" algn="ctr" rtl="0">
              <a:lnSpc>
                <a:spcPct val="100000"/>
              </a:lnSpc>
              <a:spcBef>
                <a:spcPts val="0"/>
              </a:spcBef>
              <a:spcAft>
                <a:spcPts val="0"/>
              </a:spcAft>
              <a:buSzPts val="1400"/>
              <a:buNone/>
              <a:defRPr/>
            </a:lvl1pPr>
            <a:lvl2pPr lvl="1" rtl="0">
              <a:lnSpc>
                <a:spcPct val="100000"/>
              </a:lnSpc>
              <a:spcBef>
                <a:spcPts val="0"/>
              </a:spcBef>
              <a:spcAft>
                <a:spcPts val="0"/>
              </a:spcAft>
              <a:buSzPts val="2100"/>
              <a:buNone/>
              <a:defRPr sz="2100"/>
            </a:lvl2pPr>
            <a:lvl3pPr lvl="2" rtl="0">
              <a:lnSpc>
                <a:spcPct val="100000"/>
              </a:lnSpc>
              <a:spcBef>
                <a:spcPts val="0"/>
              </a:spcBef>
              <a:spcAft>
                <a:spcPts val="0"/>
              </a:spcAft>
              <a:buSzPts val="2100"/>
              <a:buNone/>
              <a:defRPr sz="2100"/>
            </a:lvl3pPr>
            <a:lvl4pPr lvl="3" rtl="0">
              <a:lnSpc>
                <a:spcPct val="100000"/>
              </a:lnSpc>
              <a:spcBef>
                <a:spcPts val="0"/>
              </a:spcBef>
              <a:spcAft>
                <a:spcPts val="0"/>
              </a:spcAft>
              <a:buSzPts val="2100"/>
              <a:buNone/>
              <a:defRPr sz="2100"/>
            </a:lvl4pPr>
            <a:lvl5pPr lvl="4" rtl="0">
              <a:lnSpc>
                <a:spcPct val="100000"/>
              </a:lnSpc>
              <a:spcBef>
                <a:spcPts val="0"/>
              </a:spcBef>
              <a:spcAft>
                <a:spcPts val="0"/>
              </a:spcAft>
              <a:buSzPts val="2100"/>
              <a:buNone/>
              <a:defRPr sz="2100"/>
            </a:lvl5pPr>
            <a:lvl6pPr lvl="5" rtl="0">
              <a:lnSpc>
                <a:spcPct val="100000"/>
              </a:lnSpc>
              <a:spcBef>
                <a:spcPts val="0"/>
              </a:spcBef>
              <a:spcAft>
                <a:spcPts val="0"/>
              </a:spcAft>
              <a:buSzPts val="2100"/>
              <a:buNone/>
              <a:defRPr sz="2100"/>
            </a:lvl6pPr>
            <a:lvl7pPr lvl="6" rtl="0">
              <a:lnSpc>
                <a:spcPct val="100000"/>
              </a:lnSpc>
              <a:spcBef>
                <a:spcPts val="0"/>
              </a:spcBef>
              <a:spcAft>
                <a:spcPts val="0"/>
              </a:spcAft>
              <a:buSzPts val="2100"/>
              <a:buNone/>
              <a:defRPr sz="2100"/>
            </a:lvl7pPr>
            <a:lvl8pPr lvl="7" rtl="0">
              <a:lnSpc>
                <a:spcPct val="100000"/>
              </a:lnSpc>
              <a:spcBef>
                <a:spcPts val="0"/>
              </a:spcBef>
              <a:spcAft>
                <a:spcPts val="0"/>
              </a:spcAft>
              <a:buSzPts val="2100"/>
              <a:buNone/>
              <a:defRPr sz="2100"/>
            </a:lvl8pPr>
            <a:lvl9pPr lvl="8" rtl="0">
              <a:lnSpc>
                <a:spcPct val="100000"/>
              </a:lnSpc>
              <a:spcBef>
                <a:spcPts val="0"/>
              </a:spcBef>
              <a:spcAft>
                <a:spcPts val="0"/>
              </a:spcAft>
              <a:buSzPts val="2100"/>
              <a:buNone/>
              <a:defRPr sz="2100"/>
            </a:lvl9pPr>
          </a:lstStyle>
          <a:p>
            <a:endParaRPr/>
          </a:p>
        </p:txBody>
      </p:sp>
      <p:sp>
        <p:nvSpPr>
          <p:cNvPr id="166" name="Google Shape;166;p28"/>
          <p:cNvSpPr txBox="1">
            <a:spLocks noGrp="1"/>
          </p:cNvSpPr>
          <p:nvPr>
            <p:ph type="subTitle" idx="4"/>
          </p:nvPr>
        </p:nvSpPr>
        <p:spPr>
          <a:xfrm>
            <a:off x="989413" y="3446638"/>
            <a:ext cx="1859700" cy="4776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Font typeface="Anton"/>
              <a:buNone/>
              <a:defRPr sz="2400">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67" name="Google Shape;167;p28"/>
          <p:cNvSpPr txBox="1">
            <a:spLocks noGrp="1"/>
          </p:cNvSpPr>
          <p:nvPr>
            <p:ph type="subTitle" idx="5"/>
          </p:nvPr>
        </p:nvSpPr>
        <p:spPr>
          <a:xfrm>
            <a:off x="3645363" y="3446638"/>
            <a:ext cx="1859700" cy="4776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Font typeface="Anton"/>
              <a:buNone/>
              <a:defRPr sz="2400">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68" name="Google Shape;168;p28"/>
          <p:cNvSpPr txBox="1">
            <a:spLocks noGrp="1"/>
          </p:cNvSpPr>
          <p:nvPr>
            <p:ph type="subTitle" idx="6"/>
          </p:nvPr>
        </p:nvSpPr>
        <p:spPr>
          <a:xfrm>
            <a:off x="6301312" y="3446638"/>
            <a:ext cx="1859700" cy="4776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Font typeface="Anton"/>
              <a:buNone/>
              <a:defRPr sz="2400">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69" name="Google Shape;169;p28"/>
          <p:cNvSpPr txBox="1">
            <a:spLocks noGrp="1"/>
          </p:cNvSpPr>
          <p:nvPr>
            <p:ph type="title" idx="7" hasCustomPrompt="1"/>
          </p:nvPr>
        </p:nvSpPr>
        <p:spPr>
          <a:xfrm>
            <a:off x="6736975" y="2604963"/>
            <a:ext cx="988500" cy="686100"/>
          </a:xfrm>
          <a:prstGeom prst="rect">
            <a:avLst/>
          </a:prstGeom>
          <a:solidFill>
            <a:schemeClr val="lt2"/>
          </a:solidFill>
        </p:spPr>
        <p:txBody>
          <a:bodyPr spcFirstLastPara="1" wrap="square" lIns="91425" tIns="91425" rIns="91425" bIns="91425" anchor="ctr" anchorCtr="0">
            <a:noAutofit/>
          </a:bodyPr>
          <a:lstStyle>
            <a:lvl1pPr lvl="0" algn="ctr" rtl="0">
              <a:spcBef>
                <a:spcPts val="0"/>
              </a:spcBef>
              <a:spcAft>
                <a:spcPts val="0"/>
              </a:spcAft>
              <a:buSzPts val="4800"/>
              <a:buNone/>
              <a:defRPr sz="5400"/>
            </a:lvl1pPr>
            <a:lvl2pPr lvl="1" algn="ctr" rtl="0">
              <a:spcBef>
                <a:spcPts val="0"/>
              </a:spcBef>
              <a:spcAft>
                <a:spcPts val="0"/>
              </a:spcAft>
              <a:buClr>
                <a:schemeClr val="dk2"/>
              </a:buClr>
              <a:buSzPts val="12000"/>
              <a:buNone/>
              <a:defRPr sz="12000">
                <a:solidFill>
                  <a:schemeClr val="dk2"/>
                </a:solidFill>
              </a:defRPr>
            </a:lvl2pPr>
            <a:lvl3pPr lvl="2" algn="ctr" rtl="0">
              <a:spcBef>
                <a:spcPts val="0"/>
              </a:spcBef>
              <a:spcAft>
                <a:spcPts val="0"/>
              </a:spcAft>
              <a:buClr>
                <a:schemeClr val="dk2"/>
              </a:buClr>
              <a:buSzPts val="12000"/>
              <a:buNone/>
              <a:defRPr sz="12000">
                <a:solidFill>
                  <a:schemeClr val="dk2"/>
                </a:solidFill>
              </a:defRPr>
            </a:lvl3pPr>
            <a:lvl4pPr lvl="3" algn="ctr" rtl="0">
              <a:spcBef>
                <a:spcPts val="0"/>
              </a:spcBef>
              <a:spcAft>
                <a:spcPts val="0"/>
              </a:spcAft>
              <a:buClr>
                <a:schemeClr val="dk2"/>
              </a:buClr>
              <a:buSzPts val="12000"/>
              <a:buNone/>
              <a:defRPr sz="12000">
                <a:solidFill>
                  <a:schemeClr val="dk2"/>
                </a:solidFill>
              </a:defRPr>
            </a:lvl4pPr>
            <a:lvl5pPr lvl="4" algn="ctr" rtl="0">
              <a:spcBef>
                <a:spcPts val="0"/>
              </a:spcBef>
              <a:spcAft>
                <a:spcPts val="0"/>
              </a:spcAft>
              <a:buClr>
                <a:schemeClr val="dk2"/>
              </a:buClr>
              <a:buSzPts val="12000"/>
              <a:buNone/>
              <a:defRPr sz="12000">
                <a:solidFill>
                  <a:schemeClr val="dk2"/>
                </a:solidFill>
              </a:defRPr>
            </a:lvl5pPr>
            <a:lvl6pPr lvl="5" algn="ctr" rtl="0">
              <a:spcBef>
                <a:spcPts val="0"/>
              </a:spcBef>
              <a:spcAft>
                <a:spcPts val="0"/>
              </a:spcAft>
              <a:buClr>
                <a:schemeClr val="dk2"/>
              </a:buClr>
              <a:buSzPts val="12000"/>
              <a:buNone/>
              <a:defRPr sz="12000">
                <a:solidFill>
                  <a:schemeClr val="dk2"/>
                </a:solidFill>
              </a:defRPr>
            </a:lvl6pPr>
            <a:lvl7pPr lvl="6" algn="ctr" rtl="0">
              <a:spcBef>
                <a:spcPts val="0"/>
              </a:spcBef>
              <a:spcAft>
                <a:spcPts val="0"/>
              </a:spcAft>
              <a:buClr>
                <a:schemeClr val="dk2"/>
              </a:buClr>
              <a:buSzPts val="12000"/>
              <a:buNone/>
              <a:defRPr sz="12000">
                <a:solidFill>
                  <a:schemeClr val="dk2"/>
                </a:solidFill>
              </a:defRPr>
            </a:lvl7pPr>
            <a:lvl8pPr lvl="7" algn="ctr" rtl="0">
              <a:spcBef>
                <a:spcPts val="0"/>
              </a:spcBef>
              <a:spcAft>
                <a:spcPts val="0"/>
              </a:spcAft>
              <a:buClr>
                <a:schemeClr val="dk2"/>
              </a:buClr>
              <a:buSzPts val="12000"/>
              <a:buNone/>
              <a:defRPr sz="12000">
                <a:solidFill>
                  <a:schemeClr val="dk2"/>
                </a:solidFill>
              </a:defRPr>
            </a:lvl8pPr>
            <a:lvl9pPr lvl="8" algn="ctr" rtl="0">
              <a:spcBef>
                <a:spcPts val="0"/>
              </a:spcBef>
              <a:spcAft>
                <a:spcPts val="0"/>
              </a:spcAft>
              <a:buClr>
                <a:schemeClr val="dk2"/>
              </a:buClr>
              <a:buSzPts val="12000"/>
              <a:buNone/>
              <a:defRPr sz="12000">
                <a:solidFill>
                  <a:schemeClr val="dk2"/>
                </a:solidFill>
              </a:defRPr>
            </a:lvl9pPr>
          </a:lstStyle>
          <a:p>
            <a:r>
              <a:t>xx%</a:t>
            </a:r>
          </a:p>
        </p:txBody>
      </p:sp>
      <p:sp>
        <p:nvSpPr>
          <p:cNvPr id="170" name="Google Shape;170;p28"/>
          <p:cNvSpPr txBox="1">
            <a:spLocks noGrp="1"/>
          </p:cNvSpPr>
          <p:nvPr>
            <p:ph type="title" idx="8" hasCustomPrompt="1"/>
          </p:nvPr>
        </p:nvSpPr>
        <p:spPr>
          <a:xfrm>
            <a:off x="4077750" y="2604963"/>
            <a:ext cx="988500" cy="686100"/>
          </a:xfrm>
          <a:prstGeom prst="rect">
            <a:avLst/>
          </a:prstGeom>
          <a:solidFill>
            <a:schemeClr val="lt2"/>
          </a:solidFill>
        </p:spPr>
        <p:txBody>
          <a:bodyPr spcFirstLastPara="1" wrap="square" lIns="91425" tIns="91425" rIns="91425" bIns="91425" anchor="ctr" anchorCtr="0">
            <a:noAutofit/>
          </a:bodyPr>
          <a:lstStyle>
            <a:lvl1pPr lvl="0" algn="ctr" rtl="0">
              <a:spcBef>
                <a:spcPts val="0"/>
              </a:spcBef>
              <a:spcAft>
                <a:spcPts val="0"/>
              </a:spcAft>
              <a:buSzPts val="4800"/>
              <a:buNone/>
              <a:defRPr sz="5400"/>
            </a:lvl1pPr>
            <a:lvl2pPr lvl="1" algn="ctr" rtl="0">
              <a:spcBef>
                <a:spcPts val="0"/>
              </a:spcBef>
              <a:spcAft>
                <a:spcPts val="0"/>
              </a:spcAft>
              <a:buClr>
                <a:schemeClr val="dk2"/>
              </a:buClr>
              <a:buSzPts val="12000"/>
              <a:buNone/>
              <a:defRPr sz="12000">
                <a:solidFill>
                  <a:schemeClr val="dk2"/>
                </a:solidFill>
              </a:defRPr>
            </a:lvl2pPr>
            <a:lvl3pPr lvl="2" algn="ctr" rtl="0">
              <a:spcBef>
                <a:spcPts val="0"/>
              </a:spcBef>
              <a:spcAft>
                <a:spcPts val="0"/>
              </a:spcAft>
              <a:buClr>
                <a:schemeClr val="dk2"/>
              </a:buClr>
              <a:buSzPts val="12000"/>
              <a:buNone/>
              <a:defRPr sz="12000">
                <a:solidFill>
                  <a:schemeClr val="dk2"/>
                </a:solidFill>
              </a:defRPr>
            </a:lvl3pPr>
            <a:lvl4pPr lvl="3" algn="ctr" rtl="0">
              <a:spcBef>
                <a:spcPts val="0"/>
              </a:spcBef>
              <a:spcAft>
                <a:spcPts val="0"/>
              </a:spcAft>
              <a:buClr>
                <a:schemeClr val="dk2"/>
              </a:buClr>
              <a:buSzPts val="12000"/>
              <a:buNone/>
              <a:defRPr sz="12000">
                <a:solidFill>
                  <a:schemeClr val="dk2"/>
                </a:solidFill>
              </a:defRPr>
            </a:lvl4pPr>
            <a:lvl5pPr lvl="4" algn="ctr" rtl="0">
              <a:spcBef>
                <a:spcPts val="0"/>
              </a:spcBef>
              <a:spcAft>
                <a:spcPts val="0"/>
              </a:spcAft>
              <a:buClr>
                <a:schemeClr val="dk2"/>
              </a:buClr>
              <a:buSzPts val="12000"/>
              <a:buNone/>
              <a:defRPr sz="12000">
                <a:solidFill>
                  <a:schemeClr val="dk2"/>
                </a:solidFill>
              </a:defRPr>
            </a:lvl5pPr>
            <a:lvl6pPr lvl="5" algn="ctr" rtl="0">
              <a:spcBef>
                <a:spcPts val="0"/>
              </a:spcBef>
              <a:spcAft>
                <a:spcPts val="0"/>
              </a:spcAft>
              <a:buClr>
                <a:schemeClr val="dk2"/>
              </a:buClr>
              <a:buSzPts val="12000"/>
              <a:buNone/>
              <a:defRPr sz="12000">
                <a:solidFill>
                  <a:schemeClr val="dk2"/>
                </a:solidFill>
              </a:defRPr>
            </a:lvl6pPr>
            <a:lvl7pPr lvl="6" algn="ctr" rtl="0">
              <a:spcBef>
                <a:spcPts val="0"/>
              </a:spcBef>
              <a:spcAft>
                <a:spcPts val="0"/>
              </a:spcAft>
              <a:buClr>
                <a:schemeClr val="dk2"/>
              </a:buClr>
              <a:buSzPts val="12000"/>
              <a:buNone/>
              <a:defRPr sz="12000">
                <a:solidFill>
                  <a:schemeClr val="dk2"/>
                </a:solidFill>
              </a:defRPr>
            </a:lvl7pPr>
            <a:lvl8pPr lvl="7" algn="ctr" rtl="0">
              <a:spcBef>
                <a:spcPts val="0"/>
              </a:spcBef>
              <a:spcAft>
                <a:spcPts val="0"/>
              </a:spcAft>
              <a:buClr>
                <a:schemeClr val="dk2"/>
              </a:buClr>
              <a:buSzPts val="12000"/>
              <a:buNone/>
              <a:defRPr sz="12000">
                <a:solidFill>
                  <a:schemeClr val="dk2"/>
                </a:solidFill>
              </a:defRPr>
            </a:lvl8pPr>
            <a:lvl9pPr lvl="8" algn="ctr" rtl="0">
              <a:spcBef>
                <a:spcPts val="0"/>
              </a:spcBef>
              <a:spcAft>
                <a:spcPts val="0"/>
              </a:spcAft>
              <a:buClr>
                <a:schemeClr val="dk2"/>
              </a:buClr>
              <a:buSzPts val="12000"/>
              <a:buNone/>
              <a:defRPr sz="12000">
                <a:solidFill>
                  <a:schemeClr val="dk2"/>
                </a:solidFill>
              </a:defRPr>
            </a:lvl9pPr>
          </a:lstStyle>
          <a:p>
            <a:r>
              <a:t>xx%</a:t>
            </a:r>
          </a:p>
        </p:txBody>
      </p:sp>
      <p:sp>
        <p:nvSpPr>
          <p:cNvPr id="171" name="Google Shape;171;p28"/>
          <p:cNvSpPr txBox="1">
            <a:spLocks noGrp="1"/>
          </p:cNvSpPr>
          <p:nvPr>
            <p:ph type="title" idx="9" hasCustomPrompt="1"/>
          </p:nvPr>
        </p:nvSpPr>
        <p:spPr>
          <a:xfrm>
            <a:off x="1425025" y="2604963"/>
            <a:ext cx="988500" cy="686100"/>
          </a:xfrm>
          <a:prstGeom prst="rect">
            <a:avLst/>
          </a:prstGeom>
          <a:solidFill>
            <a:schemeClr val="lt2"/>
          </a:solidFill>
        </p:spPr>
        <p:txBody>
          <a:bodyPr spcFirstLastPara="1" wrap="square" lIns="91425" tIns="91425" rIns="91425" bIns="91425" anchor="ctr" anchorCtr="0">
            <a:noAutofit/>
          </a:bodyPr>
          <a:lstStyle>
            <a:lvl1pPr lvl="0" algn="ctr" rtl="0">
              <a:spcBef>
                <a:spcPts val="0"/>
              </a:spcBef>
              <a:spcAft>
                <a:spcPts val="0"/>
              </a:spcAft>
              <a:buSzPts val="4800"/>
              <a:buNone/>
              <a:defRPr sz="5400"/>
            </a:lvl1pPr>
            <a:lvl2pPr lvl="1" algn="ctr" rtl="0">
              <a:spcBef>
                <a:spcPts val="0"/>
              </a:spcBef>
              <a:spcAft>
                <a:spcPts val="0"/>
              </a:spcAft>
              <a:buClr>
                <a:schemeClr val="dk2"/>
              </a:buClr>
              <a:buSzPts val="12000"/>
              <a:buNone/>
              <a:defRPr sz="12000">
                <a:solidFill>
                  <a:schemeClr val="dk2"/>
                </a:solidFill>
              </a:defRPr>
            </a:lvl2pPr>
            <a:lvl3pPr lvl="2" algn="ctr" rtl="0">
              <a:spcBef>
                <a:spcPts val="0"/>
              </a:spcBef>
              <a:spcAft>
                <a:spcPts val="0"/>
              </a:spcAft>
              <a:buClr>
                <a:schemeClr val="dk2"/>
              </a:buClr>
              <a:buSzPts val="12000"/>
              <a:buNone/>
              <a:defRPr sz="12000">
                <a:solidFill>
                  <a:schemeClr val="dk2"/>
                </a:solidFill>
              </a:defRPr>
            </a:lvl3pPr>
            <a:lvl4pPr lvl="3" algn="ctr" rtl="0">
              <a:spcBef>
                <a:spcPts val="0"/>
              </a:spcBef>
              <a:spcAft>
                <a:spcPts val="0"/>
              </a:spcAft>
              <a:buClr>
                <a:schemeClr val="dk2"/>
              </a:buClr>
              <a:buSzPts val="12000"/>
              <a:buNone/>
              <a:defRPr sz="12000">
                <a:solidFill>
                  <a:schemeClr val="dk2"/>
                </a:solidFill>
              </a:defRPr>
            </a:lvl4pPr>
            <a:lvl5pPr lvl="4" algn="ctr" rtl="0">
              <a:spcBef>
                <a:spcPts val="0"/>
              </a:spcBef>
              <a:spcAft>
                <a:spcPts val="0"/>
              </a:spcAft>
              <a:buClr>
                <a:schemeClr val="dk2"/>
              </a:buClr>
              <a:buSzPts val="12000"/>
              <a:buNone/>
              <a:defRPr sz="12000">
                <a:solidFill>
                  <a:schemeClr val="dk2"/>
                </a:solidFill>
              </a:defRPr>
            </a:lvl5pPr>
            <a:lvl6pPr lvl="5" algn="ctr" rtl="0">
              <a:spcBef>
                <a:spcPts val="0"/>
              </a:spcBef>
              <a:spcAft>
                <a:spcPts val="0"/>
              </a:spcAft>
              <a:buClr>
                <a:schemeClr val="dk2"/>
              </a:buClr>
              <a:buSzPts val="12000"/>
              <a:buNone/>
              <a:defRPr sz="12000">
                <a:solidFill>
                  <a:schemeClr val="dk2"/>
                </a:solidFill>
              </a:defRPr>
            </a:lvl6pPr>
            <a:lvl7pPr lvl="6" algn="ctr" rtl="0">
              <a:spcBef>
                <a:spcPts val="0"/>
              </a:spcBef>
              <a:spcAft>
                <a:spcPts val="0"/>
              </a:spcAft>
              <a:buClr>
                <a:schemeClr val="dk2"/>
              </a:buClr>
              <a:buSzPts val="12000"/>
              <a:buNone/>
              <a:defRPr sz="12000">
                <a:solidFill>
                  <a:schemeClr val="dk2"/>
                </a:solidFill>
              </a:defRPr>
            </a:lvl7pPr>
            <a:lvl8pPr lvl="7" algn="ctr" rtl="0">
              <a:spcBef>
                <a:spcPts val="0"/>
              </a:spcBef>
              <a:spcAft>
                <a:spcPts val="0"/>
              </a:spcAft>
              <a:buClr>
                <a:schemeClr val="dk2"/>
              </a:buClr>
              <a:buSzPts val="12000"/>
              <a:buNone/>
              <a:defRPr sz="12000">
                <a:solidFill>
                  <a:schemeClr val="dk2"/>
                </a:solidFill>
              </a:defRPr>
            </a:lvl8pPr>
            <a:lvl9pPr lvl="8" algn="ctr" rtl="0">
              <a:spcBef>
                <a:spcPts val="0"/>
              </a:spcBef>
              <a:spcAft>
                <a:spcPts val="0"/>
              </a:spcAft>
              <a:buClr>
                <a:schemeClr val="dk2"/>
              </a:buClr>
              <a:buSzPts val="12000"/>
              <a:buNone/>
              <a:defRPr sz="12000">
                <a:solidFill>
                  <a:schemeClr val="dk2"/>
                </a:solidFill>
              </a:defRPr>
            </a:lvl9pPr>
          </a:lstStyle>
          <a:p>
            <a:r>
              <a:t>xx%</a:t>
            </a:r>
          </a:p>
        </p:txBody>
      </p:sp>
      <p:sp>
        <p:nvSpPr>
          <p:cNvPr id="172" name="Google Shape;172;p28"/>
          <p:cNvSpPr txBox="1">
            <a:spLocks noGrp="1"/>
          </p:cNvSpPr>
          <p:nvPr>
            <p:ph type="title" idx="13" hasCustomPrompt="1"/>
          </p:nvPr>
        </p:nvSpPr>
        <p:spPr>
          <a:xfrm>
            <a:off x="3021600" y="1608175"/>
            <a:ext cx="3100800" cy="686100"/>
          </a:xfrm>
          <a:prstGeom prst="rect">
            <a:avLst/>
          </a:prstGeom>
          <a:solidFill>
            <a:schemeClr val="lt2"/>
          </a:solidFill>
        </p:spPr>
        <p:txBody>
          <a:bodyPr spcFirstLastPara="1" wrap="square" lIns="91425" tIns="91425" rIns="91425" bIns="91425" anchor="ctr" anchorCtr="0">
            <a:noAutofit/>
          </a:bodyPr>
          <a:lstStyle>
            <a:lvl1pPr lvl="0" algn="ctr" rtl="0">
              <a:spcBef>
                <a:spcPts val="0"/>
              </a:spcBef>
              <a:spcAft>
                <a:spcPts val="0"/>
              </a:spcAft>
              <a:buSzPts val="4800"/>
              <a:buNone/>
              <a:defRPr sz="6000"/>
            </a:lvl1pPr>
            <a:lvl2pPr lvl="1" algn="ctr" rtl="0">
              <a:spcBef>
                <a:spcPts val="0"/>
              </a:spcBef>
              <a:spcAft>
                <a:spcPts val="0"/>
              </a:spcAft>
              <a:buClr>
                <a:schemeClr val="dk2"/>
              </a:buClr>
              <a:buSzPts val="12000"/>
              <a:buNone/>
              <a:defRPr sz="12000">
                <a:solidFill>
                  <a:schemeClr val="dk2"/>
                </a:solidFill>
              </a:defRPr>
            </a:lvl2pPr>
            <a:lvl3pPr lvl="2" algn="ctr" rtl="0">
              <a:spcBef>
                <a:spcPts val="0"/>
              </a:spcBef>
              <a:spcAft>
                <a:spcPts val="0"/>
              </a:spcAft>
              <a:buClr>
                <a:schemeClr val="dk2"/>
              </a:buClr>
              <a:buSzPts val="12000"/>
              <a:buNone/>
              <a:defRPr sz="12000">
                <a:solidFill>
                  <a:schemeClr val="dk2"/>
                </a:solidFill>
              </a:defRPr>
            </a:lvl3pPr>
            <a:lvl4pPr lvl="3" algn="ctr" rtl="0">
              <a:spcBef>
                <a:spcPts val="0"/>
              </a:spcBef>
              <a:spcAft>
                <a:spcPts val="0"/>
              </a:spcAft>
              <a:buClr>
                <a:schemeClr val="dk2"/>
              </a:buClr>
              <a:buSzPts val="12000"/>
              <a:buNone/>
              <a:defRPr sz="12000">
                <a:solidFill>
                  <a:schemeClr val="dk2"/>
                </a:solidFill>
              </a:defRPr>
            </a:lvl4pPr>
            <a:lvl5pPr lvl="4" algn="ctr" rtl="0">
              <a:spcBef>
                <a:spcPts val="0"/>
              </a:spcBef>
              <a:spcAft>
                <a:spcPts val="0"/>
              </a:spcAft>
              <a:buClr>
                <a:schemeClr val="dk2"/>
              </a:buClr>
              <a:buSzPts val="12000"/>
              <a:buNone/>
              <a:defRPr sz="12000">
                <a:solidFill>
                  <a:schemeClr val="dk2"/>
                </a:solidFill>
              </a:defRPr>
            </a:lvl5pPr>
            <a:lvl6pPr lvl="5" algn="ctr" rtl="0">
              <a:spcBef>
                <a:spcPts val="0"/>
              </a:spcBef>
              <a:spcAft>
                <a:spcPts val="0"/>
              </a:spcAft>
              <a:buClr>
                <a:schemeClr val="dk2"/>
              </a:buClr>
              <a:buSzPts val="12000"/>
              <a:buNone/>
              <a:defRPr sz="12000">
                <a:solidFill>
                  <a:schemeClr val="dk2"/>
                </a:solidFill>
              </a:defRPr>
            </a:lvl6pPr>
            <a:lvl7pPr lvl="6" algn="ctr" rtl="0">
              <a:spcBef>
                <a:spcPts val="0"/>
              </a:spcBef>
              <a:spcAft>
                <a:spcPts val="0"/>
              </a:spcAft>
              <a:buClr>
                <a:schemeClr val="dk2"/>
              </a:buClr>
              <a:buSzPts val="12000"/>
              <a:buNone/>
              <a:defRPr sz="12000">
                <a:solidFill>
                  <a:schemeClr val="dk2"/>
                </a:solidFill>
              </a:defRPr>
            </a:lvl7pPr>
            <a:lvl8pPr lvl="7" algn="ctr" rtl="0">
              <a:spcBef>
                <a:spcPts val="0"/>
              </a:spcBef>
              <a:spcAft>
                <a:spcPts val="0"/>
              </a:spcAft>
              <a:buClr>
                <a:schemeClr val="dk2"/>
              </a:buClr>
              <a:buSzPts val="12000"/>
              <a:buNone/>
              <a:defRPr sz="12000">
                <a:solidFill>
                  <a:schemeClr val="dk2"/>
                </a:solidFill>
              </a:defRPr>
            </a:lvl8pPr>
            <a:lvl9pPr lvl="8" algn="ctr" rtl="0">
              <a:spcBef>
                <a:spcPts val="0"/>
              </a:spcBef>
              <a:spcAft>
                <a:spcPts val="0"/>
              </a:spcAft>
              <a:buClr>
                <a:schemeClr val="dk2"/>
              </a:buClr>
              <a:buSzPts val="12000"/>
              <a:buNone/>
              <a:defRPr sz="12000">
                <a:solidFill>
                  <a:schemeClr val="dk2"/>
                </a:solidFill>
              </a:defRPr>
            </a:lvl9pPr>
          </a:lstStyle>
          <a:p>
            <a:r>
              <a:t>xx%</a:t>
            </a: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itle and four columns">
  <p:cSld name="CUSTOM_10_1">
    <p:spTree>
      <p:nvGrpSpPr>
        <p:cNvPr id="1" name="Shape 173"/>
        <p:cNvGrpSpPr/>
        <p:nvPr/>
      </p:nvGrpSpPr>
      <p:grpSpPr>
        <a:xfrm>
          <a:off x="0" y="0"/>
          <a:ext cx="0" cy="0"/>
          <a:chOff x="0" y="0"/>
          <a:chExt cx="0" cy="0"/>
        </a:xfrm>
      </p:grpSpPr>
      <p:pic>
        <p:nvPicPr>
          <p:cNvPr id="174" name="Google Shape;174;p29"/>
          <p:cNvPicPr preferRelativeResize="0"/>
          <p:nvPr/>
        </p:nvPicPr>
        <p:blipFill>
          <a:blip r:embed="rId2">
            <a:alphaModFix/>
          </a:blip>
          <a:stretch>
            <a:fillRect/>
          </a:stretch>
        </p:blipFill>
        <p:spPr>
          <a:xfrm>
            <a:off x="50" y="0"/>
            <a:ext cx="9144000" cy="5143500"/>
          </a:xfrm>
          <a:prstGeom prst="rect">
            <a:avLst/>
          </a:prstGeom>
          <a:noFill/>
          <a:ln>
            <a:noFill/>
          </a:ln>
        </p:spPr>
      </p:pic>
      <p:sp>
        <p:nvSpPr>
          <p:cNvPr id="175" name="Google Shape;175;p29"/>
          <p:cNvSpPr/>
          <p:nvPr/>
        </p:nvSpPr>
        <p:spPr>
          <a:xfrm>
            <a:off x="713150" y="1803925"/>
            <a:ext cx="7717800" cy="26391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 name="Google Shape;176;p29"/>
          <p:cNvSpPr txBox="1">
            <a:spLocks noGrp="1"/>
          </p:cNvSpPr>
          <p:nvPr>
            <p:ph type="title"/>
          </p:nvPr>
        </p:nvSpPr>
        <p:spPr>
          <a:xfrm>
            <a:off x="720000" y="540000"/>
            <a:ext cx="7704000" cy="4776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2800"/>
              <a:buNone/>
              <a:defRPr>
                <a:latin typeface="Roboto"/>
                <a:ea typeface="Roboto"/>
                <a:cs typeface="Roboto"/>
                <a:sym typeface="Roboto"/>
              </a:defRPr>
            </a:lvl2pPr>
            <a:lvl3pPr lvl="2" rtl="0">
              <a:spcBef>
                <a:spcPts val="0"/>
              </a:spcBef>
              <a:spcAft>
                <a:spcPts val="0"/>
              </a:spcAft>
              <a:buSzPts val="2800"/>
              <a:buNone/>
              <a:defRPr>
                <a:latin typeface="Roboto"/>
                <a:ea typeface="Roboto"/>
                <a:cs typeface="Roboto"/>
                <a:sym typeface="Roboto"/>
              </a:defRPr>
            </a:lvl3pPr>
            <a:lvl4pPr lvl="3" rtl="0">
              <a:spcBef>
                <a:spcPts val="0"/>
              </a:spcBef>
              <a:spcAft>
                <a:spcPts val="0"/>
              </a:spcAft>
              <a:buSzPts val="2800"/>
              <a:buNone/>
              <a:defRPr>
                <a:latin typeface="Roboto"/>
                <a:ea typeface="Roboto"/>
                <a:cs typeface="Roboto"/>
                <a:sym typeface="Roboto"/>
              </a:defRPr>
            </a:lvl4pPr>
            <a:lvl5pPr lvl="4" rtl="0">
              <a:spcBef>
                <a:spcPts val="0"/>
              </a:spcBef>
              <a:spcAft>
                <a:spcPts val="0"/>
              </a:spcAft>
              <a:buSzPts val="2800"/>
              <a:buNone/>
              <a:defRPr>
                <a:latin typeface="Roboto"/>
                <a:ea typeface="Roboto"/>
                <a:cs typeface="Roboto"/>
                <a:sym typeface="Roboto"/>
              </a:defRPr>
            </a:lvl5pPr>
            <a:lvl6pPr lvl="5" rtl="0">
              <a:spcBef>
                <a:spcPts val="0"/>
              </a:spcBef>
              <a:spcAft>
                <a:spcPts val="0"/>
              </a:spcAft>
              <a:buSzPts val="2800"/>
              <a:buNone/>
              <a:defRPr>
                <a:latin typeface="Roboto"/>
                <a:ea typeface="Roboto"/>
                <a:cs typeface="Roboto"/>
                <a:sym typeface="Roboto"/>
              </a:defRPr>
            </a:lvl6pPr>
            <a:lvl7pPr lvl="6" rtl="0">
              <a:spcBef>
                <a:spcPts val="0"/>
              </a:spcBef>
              <a:spcAft>
                <a:spcPts val="0"/>
              </a:spcAft>
              <a:buSzPts val="2800"/>
              <a:buNone/>
              <a:defRPr>
                <a:latin typeface="Roboto"/>
                <a:ea typeface="Roboto"/>
                <a:cs typeface="Roboto"/>
                <a:sym typeface="Roboto"/>
              </a:defRPr>
            </a:lvl7pPr>
            <a:lvl8pPr lvl="7" rtl="0">
              <a:spcBef>
                <a:spcPts val="0"/>
              </a:spcBef>
              <a:spcAft>
                <a:spcPts val="0"/>
              </a:spcAft>
              <a:buSzPts val="2800"/>
              <a:buNone/>
              <a:defRPr>
                <a:latin typeface="Roboto"/>
                <a:ea typeface="Roboto"/>
                <a:cs typeface="Roboto"/>
                <a:sym typeface="Roboto"/>
              </a:defRPr>
            </a:lvl8pPr>
            <a:lvl9pPr lvl="8" rtl="0">
              <a:spcBef>
                <a:spcPts val="0"/>
              </a:spcBef>
              <a:spcAft>
                <a:spcPts val="0"/>
              </a:spcAft>
              <a:buSzPts val="2800"/>
              <a:buNone/>
              <a:defRPr>
                <a:latin typeface="Roboto"/>
                <a:ea typeface="Roboto"/>
                <a:cs typeface="Roboto"/>
                <a:sym typeface="Roboto"/>
              </a:defRPr>
            </a:lvl9pPr>
          </a:lstStyle>
          <a:p>
            <a:endParaRPr/>
          </a:p>
        </p:txBody>
      </p:sp>
      <p:sp>
        <p:nvSpPr>
          <p:cNvPr id="177" name="Google Shape;177;p29"/>
          <p:cNvSpPr txBox="1">
            <a:spLocks noGrp="1"/>
          </p:cNvSpPr>
          <p:nvPr>
            <p:ph type="subTitle" idx="1"/>
          </p:nvPr>
        </p:nvSpPr>
        <p:spPr>
          <a:xfrm>
            <a:off x="1430086" y="2381137"/>
            <a:ext cx="2568300" cy="555900"/>
          </a:xfrm>
          <a:prstGeom prst="rect">
            <a:avLst/>
          </a:prstGeom>
        </p:spPr>
        <p:txBody>
          <a:bodyPr spcFirstLastPara="1" wrap="square" lIns="91425" tIns="91425" rIns="91425" bIns="91425" anchor="t" anchorCtr="0">
            <a:noAutofit/>
          </a:bodyPr>
          <a:lstStyle>
            <a:lvl1pPr marR="23369"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178" name="Google Shape;178;p29"/>
          <p:cNvSpPr txBox="1">
            <a:spLocks noGrp="1"/>
          </p:cNvSpPr>
          <p:nvPr>
            <p:ph type="subTitle" idx="2"/>
          </p:nvPr>
        </p:nvSpPr>
        <p:spPr>
          <a:xfrm>
            <a:off x="5145829" y="2381137"/>
            <a:ext cx="2568000" cy="555900"/>
          </a:xfrm>
          <a:prstGeom prst="rect">
            <a:avLst/>
          </a:prstGeom>
        </p:spPr>
        <p:txBody>
          <a:bodyPr spcFirstLastPara="1" wrap="square" lIns="91425" tIns="91425" rIns="91425" bIns="91425" anchor="t" anchorCtr="0">
            <a:noAutofit/>
          </a:bodyPr>
          <a:lstStyle>
            <a:lvl1pPr marR="16427"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179" name="Google Shape;179;p29"/>
          <p:cNvSpPr txBox="1">
            <a:spLocks noGrp="1"/>
          </p:cNvSpPr>
          <p:nvPr>
            <p:ph type="subTitle" idx="3"/>
          </p:nvPr>
        </p:nvSpPr>
        <p:spPr>
          <a:xfrm>
            <a:off x="1429975" y="3674550"/>
            <a:ext cx="2568300" cy="555900"/>
          </a:xfrm>
          <a:prstGeom prst="rect">
            <a:avLst/>
          </a:prstGeom>
        </p:spPr>
        <p:txBody>
          <a:bodyPr spcFirstLastPara="1" wrap="square" lIns="91425" tIns="91425" rIns="91425" bIns="91425" anchor="t" anchorCtr="0">
            <a:noAutofit/>
          </a:bodyPr>
          <a:lstStyle>
            <a:lvl1pPr marR="23369"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180" name="Google Shape;180;p29"/>
          <p:cNvSpPr txBox="1">
            <a:spLocks noGrp="1"/>
          </p:cNvSpPr>
          <p:nvPr>
            <p:ph type="subTitle" idx="4"/>
          </p:nvPr>
        </p:nvSpPr>
        <p:spPr>
          <a:xfrm>
            <a:off x="5145675" y="3674548"/>
            <a:ext cx="2568000" cy="555900"/>
          </a:xfrm>
          <a:prstGeom prst="rect">
            <a:avLst/>
          </a:prstGeom>
        </p:spPr>
        <p:txBody>
          <a:bodyPr spcFirstLastPara="1" wrap="square" lIns="91425" tIns="91425" rIns="91425" bIns="91425" anchor="t" anchorCtr="0">
            <a:noAutofit/>
          </a:bodyPr>
          <a:lstStyle>
            <a:lvl1pPr marR="73577"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181" name="Google Shape;181;p29"/>
          <p:cNvSpPr txBox="1">
            <a:spLocks noGrp="1"/>
          </p:cNvSpPr>
          <p:nvPr>
            <p:ph type="subTitle" idx="5"/>
          </p:nvPr>
        </p:nvSpPr>
        <p:spPr>
          <a:xfrm>
            <a:off x="1430075" y="1950675"/>
            <a:ext cx="2568300" cy="477600"/>
          </a:xfrm>
          <a:prstGeom prst="rect">
            <a:avLst/>
          </a:prstGeom>
          <a:noFill/>
        </p:spPr>
        <p:txBody>
          <a:bodyPr spcFirstLastPara="1" wrap="square" lIns="91425" tIns="91425" rIns="91425" bIns="91425" anchor="ctr" anchorCtr="0">
            <a:noAutofit/>
          </a:bodyPr>
          <a:lstStyle>
            <a:lvl1pPr lvl="0" algn="ctr" rtl="0">
              <a:spcBef>
                <a:spcPts val="0"/>
              </a:spcBef>
              <a:spcAft>
                <a:spcPts val="0"/>
              </a:spcAft>
              <a:buSzPts val="2400"/>
              <a:buFont typeface="Anton"/>
              <a:buNone/>
              <a:defRPr sz="2400">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82" name="Google Shape;182;p29"/>
          <p:cNvSpPr txBox="1">
            <a:spLocks noGrp="1"/>
          </p:cNvSpPr>
          <p:nvPr>
            <p:ph type="subTitle" idx="6"/>
          </p:nvPr>
        </p:nvSpPr>
        <p:spPr>
          <a:xfrm>
            <a:off x="5145425" y="1950675"/>
            <a:ext cx="2568300" cy="477600"/>
          </a:xfrm>
          <a:prstGeom prst="rect">
            <a:avLst/>
          </a:prstGeom>
          <a:noFill/>
        </p:spPr>
        <p:txBody>
          <a:bodyPr spcFirstLastPara="1" wrap="square" lIns="91425" tIns="91425" rIns="91425" bIns="91425" anchor="ctr" anchorCtr="0">
            <a:noAutofit/>
          </a:bodyPr>
          <a:lstStyle>
            <a:lvl1pPr lvl="0" algn="ctr" rtl="0">
              <a:spcBef>
                <a:spcPts val="0"/>
              </a:spcBef>
              <a:spcAft>
                <a:spcPts val="0"/>
              </a:spcAft>
              <a:buSzPts val="2400"/>
              <a:buFont typeface="Anton"/>
              <a:buNone/>
              <a:defRPr sz="2400">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83" name="Google Shape;183;p29"/>
          <p:cNvSpPr txBox="1">
            <a:spLocks noGrp="1"/>
          </p:cNvSpPr>
          <p:nvPr>
            <p:ph type="subTitle" idx="7"/>
          </p:nvPr>
        </p:nvSpPr>
        <p:spPr>
          <a:xfrm>
            <a:off x="1430075" y="3231017"/>
            <a:ext cx="2568300" cy="477600"/>
          </a:xfrm>
          <a:prstGeom prst="rect">
            <a:avLst/>
          </a:prstGeom>
          <a:noFill/>
        </p:spPr>
        <p:txBody>
          <a:bodyPr spcFirstLastPara="1" wrap="square" lIns="91425" tIns="91425" rIns="91425" bIns="91425" anchor="ctr" anchorCtr="0">
            <a:noAutofit/>
          </a:bodyPr>
          <a:lstStyle>
            <a:lvl1pPr lvl="0" algn="ctr" rtl="0">
              <a:spcBef>
                <a:spcPts val="0"/>
              </a:spcBef>
              <a:spcAft>
                <a:spcPts val="0"/>
              </a:spcAft>
              <a:buSzPts val="2400"/>
              <a:buFont typeface="Anton"/>
              <a:buNone/>
              <a:defRPr sz="2400">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84" name="Google Shape;184;p29"/>
          <p:cNvSpPr txBox="1">
            <a:spLocks noGrp="1"/>
          </p:cNvSpPr>
          <p:nvPr>
            <p:ph type="subTitle" idx="8"/>
          </p:nvPr>
        </p:nvSpPr>
        <p:spPr>
          <a:xfrm>
            <a:off x="5145425" y="3231017"/>
            <a:ext cx="2568300" cy="477600"/>
          </a:xfrm>
          <a:prstGeom prst="rect">
            <a:avLst/>
          </a:prstGeom>
          <a:noFill/>
        </p:spPr>
        <p:txBody>
          <a:bodyPr spcFirstLastPara="1" wrap="square" lIns="91425" tIns="91425" rIns="91425" bIns="91425" anchor="ctr" anchorCtr="0">
            <a:noAutofit/>
          </a:bodyPr>
          <a:lstStyle>
            <a:lvl1pPr lvl="0" algn="ctr" rtl="0">
              <a:spcBef>
                <a:spcPts val="0"/>
              </a:spcBef>
              <a:spcAft>
                <a:spcPts val="0"/>
              </a:spcAft>
              <a:buSzPts val="2400"/>
              <a:buFont typeface="Anton"/>
              <a:buNone/>
              <a:defRPr sz="2400">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Title and six columns">
  <p:cSld name="CUSTOM_1_1_1">
    <p:spTree>
      <p:nvGrpSpPr>
        <p:cNvPr id="1" name="Shape 185"/>
        <p:cNvGrpSpPr/>
        <p:nvPr/>
      </p:nvGrpSpPr>
      <p:grpSpPr>
        <a:xfrm>
          <a:off x="0" y="0"/>
          <a:ext cx="0" cy="0"/>
          <a:chOff x="0" y="0"/>
          <a:chExt cx="0" cy="0"/>
        </a:xfrm>
      </p:grpSpPr>
      <p:pic>
        <p:nvPicPr>
          <p:cNvPr id="186" name="Google Shape;186;p30"/>
          <p:cNvPicPr preferRelativeResize="0"/>
          <p:nvPr/>
        </p:nvPicPr>
        <p:blipFill>
          <a:blip r:embed="rId2">
            <a:alphaModFix/>
          </a:blip>
          <a:stretch>
            <a:fillRect/>
          </a:stretch>
        </p:blipFill>
        <p:spPr>
          <a:xfrm>
            <a:off x="6900" y="0"/>
            <a:ext cx="9144000" cy="5143500"/>
          </a:xfrm>
          <a:prstGeom prst="rect">
            <a:avLst/>
          </a:prstGeom>
          <a:noFill/>
          <a:ln>
            <a:noFill/>
          </a:ln>
        </p:spPr>
      </p:pic>
      <p:sp>
        <p:nvSpPr>
          <p:cNvPr id="187" name="Google Shape;187;p30"/>
          <p:cNvSpPr/>
          <p:nvPr/>
        </p:nvSpPr>
        <p:spPr>
          <a:xfrm>
            <a:off x="720000" y="1805875"/>
            <a:ext cx="7717800" cy="27201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 name="Google Shape;188;p30"/>
          <p:cNvSpPr txBox="1">
            <a:spLocks noGrp="1"/>
          </p:cNvSpPr>
          <p:nvPr>
            <p:ph type="title"/>
          </p:nvPr>
        </p:nvSpPr>
        <p:spPr>
          <a:xfrm>
            <a:off x="720000" y="540000"/>
            <a:ext cx="7704000" cy="477600"/>
          </a:xfrm>
          <a:prstGeom prst="rect">
            <a:avLst/>
          </a:prstGeom>
          <a:solidFill>
            <a:srgbClr val="000000">
              <a:alpha val="67590"/>
            </a:srgbClr>
          </a:solidFill>
        </p:spPr>
        <p:txBody>
          <a:bodyPr spcFirstLastPara="1" wrap="square" lIns="91425" tIns="91425" rIns="91425" bIns="91425" anchor="ctr" anchorCtr="0">
            <a:noAutofit/>
          </a:bodyPr>
          <a:lstStyle>
            <a:lvl1pPr lvl="0" rtl="0">
              <a:spcBef>
                <a:spcPts val="0"/>
              </a:spcBef>
              <a:spcAft>
                <a:spcPts val="0"/>
              </a:spcAft>
              <a:buSzPts val="3000"/>
              <a:buNone/>
              <a:defRPr/>
            </a:lvl1pPr>
            <a:lvl2pPr lvl="1" rtl="0">
              <a:spcBef>
                <a:spcPts val="0"/>
              </a:spcBef>
              <a:spcAft>
                <a:spcPts val="0"/>
              </a:spcAft>
              <a:buSzPts val="2800"/>
              <a:buNone/>
              <a:defRPr>
                <a:latin typeface="Roboto"/>
                <a:ea typeface="Roboto"/>
                <a:cs typeface="Roboto"/>
                <a:sym typeface="Roboto"/>
              </a:defRPr>
            </a:lvl2pPr>
            <a:lvl3pPr lvl="2" rtl="0">
              <a:spcBef>
                <a:spcPts val="0"/>
              </a:spcBef>
              <a:spcAft>
                <a:spcPts val="0"/>
              </a:spcAft>
              <a:buSzPts val="2800"/>
              <a:buNone/>
              <a:defRPr>
                <a:latin typeface="Roboto"/>
                <a:ea typeface="Roboto"/>
                <a:cs typeface="Roboto"/>
                <a:sym typeface="Roboto"/>
              </a:defRPr>
            </a:lvl3pPr>
            <a:lvl4pPr lvl="3" rtl="0">
              <a:spcBef>
                <a:spcPts val="0"/>
              </a:spcBef>
              <a:spcAft>
                <a:spcPts val="0"/>
              </a:spcAft>
              <a:buSzPts val="2800"/>
              <a:buNone/>
              <a:defRPr>
                <a:latin typeface="Roboto"/>
                <a:ea typeface="Roboto"/>
                <a:cs typeface="Roboto"/>
                <a:sym typeface="Roboto"/>
              </a:defRPr>
            </a:lvl4pPr>
            <a:lvl5pPr lvl="4" rtl="0">
              <a:spcBef>
                <a:spcPts val="0"/>
              </a:spcBef>
              <a:spcAft>
                <a:spcPts val="0"/>
              </a:spcAft>
              <a:buSzPts val="2800"/>
              <a:buNone/>
              <a:defRPr>
                <a:latin typeface="Roboto"/>
                <a:ea typeface="Roboto"/>
                <a:cs typeface="Roboto"/>
                <a:sym typeface="Roboto"/>
              </a:defRPr>
            </a:lvl5pPr>
            <a:lvl6pPr lvl="5" rtl="0">
              <a:spcBef>
                <a:spcPts val="0"/>
              </a:spcBef>
              <a:spcAft>
                <a:spcPts val="0"/>
              </a:spcAft>
              <a:buSzPts val="2800"/>
              <a:buNone/>
              <a:defRPr>
                <a:latin typeface="Roboto"/>
                <a:ea typeface="Roboto"/>
                <a:cs typeface="Roboto"/>
                <a:sym typeface="Roboto"/>
              </a:defRPr>
            </a:lvl6pPr>
            <a:lvl7pPr lvl="6" rtl="0">
              <a:spcBef>
                <a:spcPts val="0"/>
              </a:spcBef>
              <a:spcAft>
                <a:spcPts val="0"/>
              </a:spcAft>
              <a:buSzPts val="2800"/>
              <a:buNone/>
              <a:defRPr>
                <a:latin typeface="Roboto"/>
                <a:ea typeface="Roboto"/>
                <a:cs typeface="Roboto"/>
                <a:sym typeface="Roboto"/>
              </a:defRPr>
            </a:lvl7pPr>
            <a:lvl8pPr lvl="7" rtl="0">
              <a:spcBef>
                <a:spcPts val="0"/>
              </a:spcBef>
              <a:spcAft>
                <a:spcPts val="0"/>
              </a:spcAft>
              <a:buSzPts val="2800"/>
              <a:buNone/>
              <a:defRPr>
                <a:latin typeface="Roboto"/>
                <a:ea typeface="Roboto"/>
                <a:cs typeface="Roboto"/>
                <a:sym typeface="Roboto"/>
              </a:defRPr>
            </a:lvl8pPr>
            <a:lvl9pPr lvl="8" rtl="0">
              <a:spcBef>
                <a:spcPts val="0"/>
              </a:spcBef>
              <a:spcAft>
                <a:spcPts val="0"/>
              </a:spcAft>
              <a:buSzPts val="2800"/>
              <a:buNone/>
              <a:defRPr>
                <a:latin typeface="Roboto"/>
                <a:ea typeface="Roboto"/>
                <a:cs typeface="Roboto"/>
                <a:sym typeface="Roboto"/>
              </a:defRPr>
            </a:lvl9pPr>
          </a:lstStyle>
          <a:p>
            <a:endParaRPr/>
          </a:p>
        </p:txBody>
      </p:sp>
      <p:sp>
        <p:nvSpPr>
          <p:cNvPr id="189" name="Google Shape;189;p30"/>
          <p:cNvSpPr txBox="1">
            <a:spLocks noGrp="1"/>
          </p:cNvSpPr>
          <p:nvPr>
            <p:ph type="subTitle" idx="1"/>
          </p:nvPr>
        </p:nvSpPr>
        <p:spPr>
          <a:xfrm>
            <a:off x="790625" y="2384250"/>
            <a:ext cx="2520900" cy="563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190" name="Google Shape;190;p30"/>
          <p:cNvSpPr txBox="1">
            <a:spLocks noGrp="1"/>
          </p:cNvSpPr>
          <p:nvPr>
            <p:ph type="subTitle" idx="2"/>
          </p:nvPr>
        </p:nvSpPr>
        <p:spPr>
          <a:xfrm>
            <a:off x="3311521" y="2384250"/>
            <a:ext cx="2520900" cy="563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191" name="Google Shape;191;p30"/>
          <p:cNvSpPr txBox="1">
            <a:spLocks noGrp="1"/>
          </p:cNvSpPr>
          <p:nvPr>
            <p:ph type="subTitle" idx="3"/>
          </p:nvPr>
        </p:nvSpPr>
        <p:spPr>
          <a:xfrm>
            <a:off x="5832418" y="2384250"/>
            <a:ext cx="2520900" cy="563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192" name="Google Shape;192;p30"/>
          <p:cNvSpPr txBox="1">
            <a:spLocks noGrp="1"/>
          </p:cNvSpPr>
          <p:nvPr>
            <p:ph type="subTitle" idx="4"/>
          </p:nvPr>
        </p:nvSpPr>
        <p:spPr>
          <a:xfrm>
            <a:off x="790625" y="3773176"/>
            <a:ext cx="2520900" cy="563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193" name="Google Shape;193;p30"/>
          <p:cNvSpPr txBox="1">
            <a:spLocks noGrp="1"/>
          </p:cNvSpPr>
          <p:nvPr>
            <p:ph type="subTitle" idx="5"/>
          </p:nvPr>
        </p:nvSpPr>
        <p:spPr>
          <a:xfrm>
            <a:off x="3311521" y="3773176"/>
            <a:ext cx="2520900" cy="563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194" name="Google Shape;194;p30"/>
          <p:cNvSpPr txBox="1">
            <a:spLocks noGrp="1"/>
          </p:cNvSpPr>
          <p:nvPr>
            <p:ph type="subTitle" idx="6"/>
          </p:nvPr>
        </p:nvSpPr>
        <p:spPr>
          <a:xfrm>
            <a:off x="5832418" y="3773176"/>
            <a:ext cx="2520900" cy="563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195" name="Google Shape;195;p30"/>
          <p:cNvSpPr txBox="1">
            <a:spLocks noGrp="1"/>
          </p:cNvSpPr>
          <p:nvPr>
            <p:ph type="subTitle" idx="7"/>
          </p:nvPr>
        </p:nvSpPr>
        <p:spPr>
          <a:xfrm>
            <a:off x="790625" y="1991450"/>
            <a:ext cx="2520900" cy="4776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Font typeface="Anton"/>
              <a:buNone/>
              <a:defRPr sz="2400">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96" name="Google Shape;196;p30"/>
          <p:cNvSpPr txBox="1">
            <a:spLocks noGrp="1"/>
          </p:cNvSpPr>
          <p:nvPr>
            <p:ph type="subTitle" idx="8"/>
          </p:nvPr>
        </p:nvSpPr>
        <p:spPr>
          <a:xfrm>
            <a:off x="3311527" y="1991450"/>
            <a:ext cx="2520900" cy="4776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Font typeface="Anton"/>
              <a:buNone/>
              <a:defRPr sz="2400">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97" name="Google Shape;197;p30"/>
          <p:cNvSpPr txBox="1">
            <a:spLocks noGrp="1"/>
          </p:cNvSpPr>
          <p:nvPr>
            <p:ph type="subTitle" idx="9"/>
          </p:nvPr>
        </p:nvSpPr>
        <p:spPr>
          <a:xfrm>
            <a:off x="5832445" y="1991450"/>
            <a:ext cx="2520900" cy="4776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Font typeface="Anton"/>
              <a:buNone/>
              <a:defRPr sz="2400">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98" name="Google Shape;198;p30"/>
          <p:cNvSpPr txBox="1">
            <a:spLocks noGrp="1"/>
          </p:cNvSpPr>
          <p:nvPr>
            <p:ph type="subTitle" idx="13"/>
          </p:nvPr>
        </p:nvSpPr>
        <p:spPr>
          <a:xfrm>
            <a:off x="790625" y="3375722"/>
            <a:ext cx="2520900" cy="4776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Font typeface="Anton"/>
              <a:buNone/>
              <a:defRPr sz="2400">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99" name="Google Shape;199;p30"/>
          <p:cNvSpPr txBox="1">
            <a:spLocks noGrp="1"/>
          </p:cNvSpPr>
          <p:nvPr>
            <p:ph type="subTitle" idx="14"/>
          </p:nvPr>
        </p:nvSpPr>
        <p:spPr>
          <a:xfrm>
            <a:off x="3311527" y="3375722"/>
            <a:ext cx="2520900" cy="4776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Font typeface="Anton"/>
              <a:buNone/>
              <a:defRPr sz="2400">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200" name="Google Shape;200;p30"/>
          <p:cNvSpPr txBox="1">
            <a:spLocks noGrp="1"/>
          </p:cNvSpPr>
          <p:nvPr>
            <p:ph type="subTitle" idx="15"/>
          </p:nvPr>
        </p:nvSpPr>
        <p:spPr>
          <a:xfrm>
            <a:off x="5832445" y="3375722"/>
            <a:ext cx="2520900" cy="4776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Font typeface="Anton"/>
              <a:buNone/>
              <a:defRPr sz="2400">
                <a:latin typeface="Staatliches"/>
                <a:ea typeface="Staatliches"/>
                <a:cs typeface="Staatliches"/>
                <a:sym typeface="Staatliches"/>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Thanks">
  <p:cSld name="CUSTOM_4">
    <p:spTree>
      <p:nvGrpSpPr>
        <p:cNvPr id="1" name="Shape 201"/>
        <p:cNvGrpSpPr/>
        <p:nvPr/>
      </p:nvGrpSpPr>
      <p:grpSpPr>
        <a:xfrm>
          <a:off x="0" y="0"/>
          <a:ext cx="0" cy="0"/>
          <a:chOff x="0" y="0"/>
          <a:chExt cx="0" cy="0"/>
        </a:xfrm>
      </p:grpSpPr>
      <p:pic>
        <p:nvPicPr>
          <p:cNvPr id="202" name="Google Shape;202;p31"/>
          <p:cNvPicPr preferRelativeResize="0"/>
          <p:nvPr/>
        </p:nvPicPr>
        <p:blipFill>
          <a:blip r:embed="rId2">
            <a:alphaModFix/>
          </a:blip>
          <a:stretch>
            <a:fillRect/>
          </a:stretch>
        </p:blipFill>
        <p:spPr>
          <a:xfrm rot="10800000" flipH="1">
            <a:off x="50" y="0"/>
            <a:ext cx="9144000" cy="5143500"/>
          </a:xfrm>
          <a:prstGeom prst="rect">
            <a:avLst/>
          </a:prstGeom>
          <a:noFill/>
          <a:ln>
            <a:noFill/>
          </a:ln>
        </p:spPr>
      </p:pic>
      <p:sp>
        <p:nvSpPr>
          <p:cNvPr id="203" name="Google Shape;203;p31"/>
          <p:cNvSpPr/>
          <p:nvPr/>
        </p:nvSpPr>
        <p:spPr>
          <a:xfrm rot="10800000">
            <a:off x="2604825" y="533750"/>
            <a:ext cx="3934200" cy="4073700"/>
          </a:xfrm>
          <a:prstGeom prst="rect">
            <a:avLst/>
          </a:prstGeom>
          <a:solidFill>
            <a:srgbClr val="000000">
              <a:alpha val="675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 name="Google Shape;204;p31"/>
          <p:cNvSpPr txBox="1">
            <a:spLocks noGrp="1"/>
          </p:cNvSpPr>
          <p:nvPr>
            <p:ph type="subTitle" idx="1"/>
          </p:nvPr>
        </p:nvSpPr>
        <p:spPr>
          <a:xfrm>
            <a:off x="2642825" y="1883513"/>
            <a:ext cx="3852000" cy="10737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800"/>
              <a:buNone/>
              <a:defRPr/>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
        <p:nvSpPr>
          <p:cNvPr id="205" name="Google Shape;205;p31"/>
          <p:cNvSpPr txBox="1">
            <a:spLocks noGrp="1"/>
          </p:cNvSpPr>
          <p:nvPr>
            <p:ph type="ctrTitle"/>
          </p:nvPr>
        </p:nvSpPr>
        <p:spPr>
          <a:xfrm flipH="1">
            <a:off x="2649175" y="760750"/>
            <a:ext cx="3852000" cy="9756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5200"/>
              <a:buNone/>
              <a:defRPr sz="6900"/>
            </a:lvl1pPr>
            <a:lvl2pPr lvl="1" algn="ctr" rtl="0">
              <a:spcBef>
                <a:spcPts val="0"/>
              </a:spcBef>
              <a:spcAft>
                <a:spcPts val="0"/>
              </a:spcAft>
              <a:buSzPts val="5200"/>
              <a:buNone/>
              <a:defRPr sz="5200"/>
            </a:lvl2pPr>
            <a:lvl3pPr lvl="2" algn="ctr" rtl="0">
              <a:spcBef>
                <a:spcPts val="0"/>
              </a:spcBef>
              <a:spcAft>
                <a:spcPts val="0"/>
              </a:spcAft>
              <a:buSzPts val="5200"/>
              <a:buNone/>
              <a:defRPr sz="5200"/>
            </a:lvl3pPr>
            <a:lvl4pPr lvl="3" algn="ctr" rtl="0">
              <a:spcBef>
                <a:spcPts val="0"/>
              </a:spcBef>
              <a:spcAft>
                <a:spcPts val="0"/>
              </a:spcAft>
              <a:buSzPts val="5200"/>
              <a:buNone/>
              <a:defRPr sz="5200"/>
            </a:lvl4pPr>
            <a:lvl5pPr lvl="4" algn="ctr" rtl="0">
              <a:spcBef>
                <a:spcPts val="0"/>
              </a:spcBef>
              <a:spcAft>
                <a:spcPts val="0"/>
              </a:spcAft>
              <a:buSzPts val="5200"/>
              <a:buNone/>
              <a:defRPr sz="5200"/>
            </a:lvl5pPr>
            <a:lvl6pPr lvl="5" algn="ctr" rtl="0">
              <a:spcBef>
                <a:spcPts val="0"/>
              </a:spcBef>
              <a:spcAft>
                <a:spcPts val="0"/>
              </a:spcAft>
              <a:buSzPts val="5200"/>
              <a:buNone/>
              <a:defRPr sz="5200"/>
            </a:lvl6pPr>
            <a:lvl7pPr lvl="6" algn="ctr" rtl="0">
              <a:spcBef>
                <a:spcPts val="0"/>
              </a:spcBef>
              <a:spcAft>
                <a:spcPts val="0"/>
              </a:spcAft>
              <a:buSzPts val="5200"/>
              <a:buNone/>
              <a:defRPr sz="5200"/>
            </a:lvl7pPr>
            <a:lvl8pPr lvl="7" algn="ctr" rtl="0">
              <a:spcBef>
                <a:spcPts val="0"/>
              </a:spcBef>
              <a:spcAft>
                <a:spcPts val="0"/>
              </a:spcAft>
              <a:buSzPts val="5200"/>
              <a:buNone/>
              <a:defRPr sz="5200"/>
            </a:lvl8pPr>
            <a:lvl9pPr lvl="8" algn="ctr" rtl="0">
              <a:spcBef>
                <a:spcPts val="0"/>
              </a:spcBef>
              <a:spcAft>
                <a:spcPts val="0"/>
              </a:spcAft>
              <a:buSzPts val="5200"/>
              <a:buNone/>
              <a:defRPr sz="5200"/>
            </a:lvl9pPr>
          </a:lstStyle>
          <a:p>
            <a:endParaRPr/>
          </a:p>
        </p:txBody>
      </p:sp>
      <p:sp>
        <p:nvSpPr>
          <p:cNvPr id="206" name="Google Shape;206;p31"/>
          <p:cNvSpPr txBox="1"/>
          <p:nvPr/>
        </p:nvSpPr>
        <p:spPr>
          <a:xfrm>
            <a:off x="3014088" y="3711613"/>
            <a:ext cx="3115800" cy="728700"/>
          </a:xfrm>
          <a:prstGeom prst="rect">
            <a:avLst/>
          </a:prstGeom>
          <a:noFill/>
          <a:ln>
            <a:noFill/>
          </a:ln>
        </p:spPr>
        <p:txBody>
          <a:bodyPr spcFirstLastPara="1" wrap="square" lIns="91425" tIns="91425" rIns="91425" bIns="91425" anchor="t" anchorCtr="0">
            <a:noAutofit/>
          </a:bodyPr>
          <a:lstStyle/>
          <a:p>
            <a:pPr marL="0" lvl="0" indent="0" algn="ctr" rtl="0">
              <a:lnSpc>
                <a:spcPct val="114000"/>
              </a:lnSpc>
              <a:spcBef>
                <a:spcPts val="0"/>
              </a:spcBef>
              <a:spcAft>
                <a:spcPts val="0"/>
              </a:spcAft>
              <a:buNone/>
            </a:pPr>
            <a:r>
              <a:rPr lang="en" sz="1000">
                <a:solidFill>
                  <a:schemeClr val="dk1"/>
                </a:solidFill>
                <a:latin typeface="Work Sans"/>
                <a:ea typeface="Work Sans"/>
                <a:cs typeface="Work Sans"/>
                <a:sym typeface="Work Sans"/>
              </a:rPr>
              <a:t>CREDITS: This presentation template was created by </a:t>
            </a:r>
            <a:r>
              <a:rPr lang="en" sz="1000" b="1">
                <a:solidFill>
                  <a:schemeClr val="dk1"/>
                </a:solidFill>
                <a:uFill>
                  <a:noFill/>
                </a:uFill>
                <a:latin typeface="Work Sans"/>
                <a:ea typeface="Work Sans"/>
                <a:cs typeface="Work Sans"/>
                <a:sym typeface="Work Sans"/>
                <a:hlinkClick r:id="rId3">
                  <a:extLst>
                    <a:ext uri="{A12FA001-AC4F-418D-AE19-62706E023703}">
                      <ahyp:hlinkClr xmlns:ahyp="http://schemas.microsoft.com/office/drawing/2018/hyperlinkcolor" val="tx"/>
                    </a:ext>
                  </a:extLst>
                </a:hlinkClick>
              </a:rPr>
              <a:t>Slidesgo</a:t>
            </a:r>
            <a:r>
              <a:rPr lang="en" sz="1000" b="1">
                <a:solidFill>
                  <a:schemeClr val="dk1"/>
                </a:solidFill>
                <a:latin typeface="Work Sans"/>
                <a:ea typeface="Work Sans"/>
                <a:cs typeface="Work Sans"/>
                <a:sym typeface="Work Sans"/>
              </a:rPr>
              <a:t>,</a:t>
            </a:r>
            <a:r>
              <a:rPr lang="en" sz="1000">
                <a:solidFill>
                  <a:schemeClr val="dk1"/>
                </a:solidFill>
                <a:latin typeface="Work Sans"/>
                <a:ea typeface="Work Sans"/>
                <a:cs typeface="Work Sans"/>
                <a:sym typeface="Work Sans"/>
              </a:rPr>
              <a:t> and includes icons by </a:t>
            </a:r>
            <a:r>
              <a:rPr lang="en" sz="1000" b="1">
                <a:solidFill>
                  <a:schemeClr val="dk1"/>
                </a:solidFill>
                <a:uFill>
                  <a:noFill/>
                </a:uFill>
                <a:latin typeface="Work Sans"/>
                <a:ea typeface="Work Sans"/>
                <a:cs typeface="Work Sans"/>
                <a:sym typeface="Work Sans"/>
                <a:hlinkClick r:id="rId4">
                  <a:extLst>
                    <a:ext uri="{A12FA001-AC4F-418D-AE19-62706E023703}">
                      <ahyp:hlinkClr xmlns:ahyp="http://schemas.microsoft.com/office/drawing/2018/hyperlinkcolor" val="tx"/>
                    </a:ext>
                  </a:extLst>
                </a:hlinkClick>
              </a:rPr>
              <a:t>Flaticon</a:t>
            </a:r>
            <a:r>
              <a:rPr lang="en" sz="1000">
                <a:solidFill>
                  <a:schemeClr val="dk1"/>
                </a:solidFill>
                <a:latin typeface="Work Sans"/>
                <a:ea typeface="Work Sans"/>
                <a:cs typeface="Work Sans"/>
                <a:sym typeface="Work Sans"/>
              </a:rPr>
              <a:t>, and infographics &amp; images by </a:t>
            </a:r>
            <a:r>
              <a:rPr lang="en" sz="1000" b="1">
                <a:solidFill>
                  <a:schemeClr val="dk1"/>
                </a:solidFill>
                <a:uFill>
                  <a:noFill/>
                </a:uFill>
                <a:latin typeface="Work Sans"/>
                <a:ea typeface="Work Sans"/>
                <a:cs typeface="Work Sans"/>
                <a:sym typeface="Work Sans"/>
                <a:hlinkClick r:id="rId5">
                  <a:extLst>
                    <a:ext uri="{A12FA001-AC4F-418D-AE19-62706E023703}">
                      <ahyp:hlinkClr xmlns:ahyp="http://schemas.microsoft.com/office/drawing/2018/hyperlinkcolor" val="tx"/>
                    </a:ext>
                  </a:extLst>
                </a:hlinkClick>
              </a:rPr>
              <a:t>Freepik</a:t>
            </a:r>
            <a:r>
              <a:rPr lang="en" sz="1000">
                <a:solidFill>
                  <a:schemeClr val="dk1"/>
                </a:solidFill>
                <a:latin typeface="Work Sans"/>
                <a:ea typeface="Work Sans"/>
                <a:cs typeface="Work Sans"/>
                <a:sym typeface="Work Sans"/>
              </a:rPr>
              <a:t> </a:t>
            </a:r>
            <a:endParaRPr sz="1000">
              <a:solidFill>
                <a:schemeClr val="dk1"/>
              </a:solidFill>
              <a:latin typeface="Work Sans"/>
              <a:ea typeface="Work Sans"/>
              <a:cs typeface="Work Sans"/>
              <a:sym typeface="Work Sans"/>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Background ">
  <p:cSld name="CUSTOM_2">
    <p:bg>
      <p:bgPr>
        <a:solidFill>
          <a:schemeClr val="accent4"/>
        </a:solidFill>
        <a:effectLst/>
      </p:bgPr>
    </p:bg>
    <p:spTree>
      <p:nvGrpSpPr>
        <p:cNvPr id="1" name="Shape 207"/>
        <p:cNvGrpSpPr/>
        <p:nvPr/>
      </p:nvGrpSpPr>
      <p:grpSpPr>
        <a:xfrm>
          <a:off x="0" y="0"/>
          <a:ext cx="0" cy="0"/>
          <a:chOff x="0" y="0"/>
          <a:chExt cx="0" cy="0"/>
        </a:xfrm>
      </p:grpSpPr>
      <p:pic>
        <p:nvPicPr>
          <p:cNvPr id="208" name="Google Shape;208;p32"/>
          <p:cNvPicPr preferRelativeResize="0"/>
          <p:nvPr/>
        </p:nvPicPr>
        <p:blipFill>
          <a:blip r:embed="rId2">
            <a:alphaModFix/>
          </a:blip>
          <a:stretch>
            <a:fillRect/>
          </a:stretch>
        </p:blipFill>
        <p:spPr>
          <a:xfrm>
            <a:off x="0" y="0"/>
            <a:ext cx="9144000" cy="5143505"/>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Background 1">
  <p:cSld name="CUSTOM_2_1">
    <p:bg>
      <p:bgPr>
        <a:solidFill>
          <a:schemeClr val="accent4"/>
        </a:solidFill>
        <a:effectLst/>
      </p:bgPr>
    </p:bg>
    <p:spTree>
      <p:nvGrpSpPr>
        <p:cNvPr id="1" name="Shape 209"/>
        <p:cNvGrpSpPr/>
        <p:nvPr/>
      </p:nvGrpSpPr>
      <p:grpSpPr>
        <a:xfrm>
          <a:off x="0" y="0"/>
          <a:ext cx="0" cy="0"/>
          <a:chOff x="0" y="0"/>
          <a:chExt cx="0" cy="0"/>
        </a:xfrm>
      </p:grpSpPr>
      <p:pic>
        <p:nvPicPr>
          <p:cNvPr id="210" name="Google Shape;210;p33"/>
          <p:cNvPicPr preferRelativeResize="0"/>
          <p:nvPr/>
        </p:nvPicPr>
        <p:blipFill>
          <a:blip r:embed="rId2">
            <a:alphaModFix/>
          </a:blip>
          <a:stretch>
            <a:fillRect/>
          </a:stretch>
        </p:blipFill>
        <p:spPr>
          <a:xfrm>
            <a:off x="0" y="0"/>
            <a:ext cx="9144000" cy="5143500"/>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214"/>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3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gradFill>
          <a:gsLst>
            <a:gs pos="0">
              <a:schemeClr val="lt1"/>
            </a:gs>
            <a:gs pos="100000">
              <a:schemeClr val="dk2"/>
            </a:gs>
          </a:gsLst>
          <a:path path="circle">
            <a:fillToRect r="100000" b="100000"/>
          </a:path>
          <a:tileRect l="-100000" t="-100000"/>
        </a:gra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720000" y="540000"/>
            <a:ext cx="7704000" cy="477600"/>
          </a:xfrm>
          <a:prstGeom prst="rect">
            <a:avLst/>
          </a:prstGeom>
          <a:noFill/>
          <a:ln>
            <a:noFill/>
          </a:ln>
        </p:spPr>
        <p:txBody>
          <a:bodyPr spcFirstLastPara="1" wrap="square" lIns="91425" tIns="91425" rIns="91425" bIns="91425" anchor="ctr" anchorCtr="0">
            <a:noAutofit/>
          </a:bodyPr>
          <a:lstStyle>
            <a:lvl1pPr lvl="0" algn="ctr" rtl="0">
              <a:spcBef>
                <a:spcPts val="0"/>
              </a:spcBef>
              <a:spcAft>
                <a:spcPts val="0"/>
              </a:spcAft>
              <a:buClr>
                <a:schemeClr val="dk1"/>
              </a:buClr>
              <a:buSzPts val="3000"/>
              <a:buFont typeface="Staatliches"/>
              <a:buNone/>
              <a:defRPr sz="3000">
                <a:solidFill>
                  <a:schemeClr val="dk1"/>
                </a:solidFill>
                <a:latin typeface="Staatliches"/>
                <a:ea typeface="Staatliches"/>
                <a:cs typeface="Staatliches"/>
                <a:sym typeface="Staatliches"/>
              </a:defRPr>
            </a:lvl1pPr>
            <a:lvl2pPr lvl="1" rtl="0">
              <a:spcBef>
                <a:spcPts val="0"/>
              </a:spcBef>
              <a:spcAft>
                <a:spcPts val="0"/>
              </a:spcAft>
              <a:buClr>
                <a:schemeClr val="dk1"/>
              </a:buClr>
              <a:buSzPts val="2800"/>
              <a:buNone/>
              <a:defRPr sz="2800">
                <a:solidFill>
                  <a:schemeClr val="dk1"/>
                </a:solidFill>
              </a:defRPr>
            </a:lvl2pPr>
            <a:lvl3pPr lvl="2" rtl="0">
              <a:spcBef>
                <a:spcPts val="0"/>
              </a:spcBef>
              <a:spcAft>
                <a:spcPts val="0"/>
              </a:spcAft>
              <a:buClr>
                <a:schemeClr val="dk1"/>
              </a:buClr>
              <a:buSzPts val="2800"/>
              <a:buNone/>
              <a:defRPr sz="2800">
                <a:solidFill>
                  <a:schemeClr val="dk1"/>
                </a:solidFill>
              </a:defRPr>
            </a:lvl3pPr>
            <a:lvl4pPr lvl="3" rtl="0">
              <a:spcBef>
                <a:spcPts val="0"/>
              </a:spcBef>
              <a:spcAft>
                <a:spcPts val="0"/>
              </a:spcAft>
              <a:buClr>
                <a:schemeClr val="dk1"/>
              </a:buClr>
              <a:buSzPts val="2800"/>
              <a:buNone/>
              <a:defRPr sz="2800">
                <a:solidFill>
                  <a:schemeClr val="dk1"/>
                </a:solidFill>
              </a:defRPr>
            </a:lvl4pPr>
            <a:lvl5pPr lvl="4" rtl="0">
              <a:spcBef>
                <a:spcPts val="0"/>
              </a:spcBef>
              <a:spcAft>
                <a:spcPts val="0"/>
              </a:spcAft>
              <a:buClr>
                <a:schemeClr val="dk1"/>
              </a:buClr>
              <a:buSzPts val="2800"/>
              <a:buNone/>
              <a:defRPr sz="2800">
                <a:solidFill>
                  <a:schemeClr val="dk1"/>
                </a:solidFill>
              </a:defRPr>
            </a:lvl5pPr>
            <a:lvl6pPr lvl="5" rtl="0">
              <a:spcBef>
                <a:spcPts val="0"/>
              </a:spcBef>
              <a:spcAft>
                <a:spcPts val="0"/>
              </a:spcAft>
              <a:buClr>
                <a:schemeClr val="dk1"/>
              </a:buClr>
              <a:buSzPts val="2800"/>
              <a:buNone/>
              <a:defRPr sz="2800">
                <a:solidFill>
                  <a:schemeClr val="dk1"/>
                </a:solidFill>
              </a:defRPr>
            </a:lvl6pPr>
            <a:lvl7pPr lvl="6" rtl="0">
              <a:spcBef>
                <a:spcPts val="0"/>
              </a:spcBef>
              <a:spcAft>
                <a:spcPts val="0"/>
              </a:spcAft>
              <a:buClr>
                <a:schemeClr val="dk1"/>
              </a:buClr>
              <a:buSzPts val="2800"/>
              <a:buNone/>
              <a:defRPr sz="2800">
                <a:solidFill>
                  <a:schemeClr val="dk1"/>
                </a:solidFill>
              </a:defRPr>
            </a:lvl7pPr>
            <a:lvl8pPr lvl="7" rtl="0">
              <a:spcBef>
                <a:spcPts val="0"/>
              </a:spcBef>
              <a:spcAft>
                <a:spcPts val="0"/>
              </a:spcAft>
              <a:buClr>
                <a:schemeClr val="dk1"/>
              </a:buClr>
              <a:buSzPts val="2800"/>
              <a:buNone/>
              <a:defRPr sz="2800">
                <a:solidFill>
                  <a:schemeClr val="dk1"/>
                </a:solidFill>
              </a:defRPr>
            </a:lvl8pPr>
            <a:lvl9pPr lvl="8" rtl="0">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720000" y="1152475"/>
            <a:ext cx="7704000" cy="3450900"/>
          </a:xfrm>
          <a:prstGeom prst="rect">
            <a:avLst/>
          </a:prstGeom>
          <a:noFill/>
          <a:ln>
            <a:noFill/>
          </a:ln>
        </p:spPr>
        <p:txBody>
          <a:bodyPr spcFirstLastPara="1" wrap="square" lIns="91425" tIns="91425" rIns="91425" bIns="91425" anchor="t" anchorCtr="0">
            <a:noAutofit/>
          </a:bodyPr>
          <a:lstStyle>
            <a:lvl1pPr marL="457200" lvl="0" indent="-317500" rtl="0">
              <a:lnSpc>
                <a:spcPct val="100000"/>
              </a:lnSpc>
              <a:spcBef>
                <a:spcPts val="0"/>
              </a:spcBef>
              <a:spcAft>
                <a:spcPts val="0"/>
              </a:spcAft>
              <a:buClr>
                <a:schemeClr val="dk1"/>
              </a:buClr>
              <a:buSzPts val="1400"/>
              <a:buFont typeface="Work Sans"/>
              <a:buChar char="●"/>
              <a:defRPr>
                <a:solidFill>
                  <a:schemeClr val="dk1"/>
                </a:solidFill>
                <a:latin typeface="Work Sans"/>
                <a:ea typeface="Work Sans"/>
                <a:cs typeface="Work Sans"/>
                <a:sym typeface="Work Sans"/>
              </a:defRPr>
            </a:lvl1pPr>
            <a:lvl2pPr marL="914400" lvl="1" indent="-317500" rtl="0">
              <a:lnSpc>
                <a:spcPct val="100000"/>
              </a:lnSpc>
              <a:spcBef>
                <a:spcPts val="0"/>
              </a:spcBef>
              <a:spcAft>
                <a:spcPts val="0"/>
              </a:spcAft>
              <a:buClr>
                <a:schemeClr val="dk1"/>
              </a:buClr>
              <a:buSzPts val="1400"/>
              <a:buFont typeface="Work Sans"/>
              <a:buChar char="○"/>
              <a:defRPr>
                <a:solidFill>
                  <a:schemeClr val="dk1"/>
                </a:solidFill>
                <a:latin typeface="Work Sans"/>
                <a:ea typeface="Work Sans"/>
                <a:cs typeface="Work Sans"/>
                <a:sym typeface="Work Sans"/>
              </a:defRPr>
            </a:lvl2pPr>
            <a:lvl3pPr marL="1371600" lvl="2" indent="-317500" rtl="0">
              <a:lnSpc>
                <a:spcPct val="100000"/>
              </a:lnSpc>
              <a:spcBef>
                <a:spcPts val="0"/>
              </a:spcBef>
              <a:spcAft>
                <a:spcPts val="0"/>
              </a:spcAft>
              <a:buClr>
                <a:schemeClr val="dk1"/>
              </a:buClr>
              <a:buSzPts val="1400"/>
              <a:buFont typeface="Work Sans"/>
              <a:buChar char="■"/>
              <a:defRPr>
                <a:solidFill>
                  <a:schemeClr val="dk1"/>
                </a:solidFill>
                <a:latin typeface="Work Sans"/>
                <a:ea typeface="Work Sans"/>
                <a:cs typeface="Work Sans"/>
                <a:sym typeface="Work Sans"/>
              </a:defRPr>
            </a:lvl3pPr>
            <a:lvl4pPr marL="1828800" lvl="3" indent="-317500" rtl="0">
              <a:lnSpc>
                <a:spcPct val="100000"/>
              </a:lnSpc>
              <a:spcBef>
                <a:spcPts val="0"/>
              </a:spcBef>
              <a:spcAft>
                <a:spcPts val="0"/>
              </a:spcAft>
              <a:buClr>
                <a:schemeClr val="dk1"/>
              </a:buClr>
              <a:buSzPts val="1400"/>
              <a:buFont typeface="Work Sans"/>
              <a:buChar char="●"/>
              <a:defRPr>
                <a:solidFill>
                  <a:schemeClr val="dk1"/>
                </a:solidFill>
                <a:latin typeface="Work Sans"/>
                <a:ea typeface="Work Sans"/>
                <a:cs typeface="Work Sans"/>
                <a:sym typeface="Work Sans"/>
              </a:defRPr>
            </a:lvl4pPr>
            <a:lvl5pPr marL="2286000" lvl="4" indent="-317500" rtl="0">
              <a:lnSpc>
                <a:spcPct val="100000"/>
              </a:lnSpc>
              <a:spcBef>
                <a:spcPts val="0"/>
              </a:spcBef>
              <a:spcAft>
                <a:spcPts val="0"/>
              </a:spcAft>
              <a:buClr>
                <a:schemeClr val="dk1"/>
              </a:buClr>
              <a:buSzPts val="1400"/>
              <a:buFont typeface="Work Sans"/>
              <a:buChar char="○"/>
              <a:defRPr>
                <a:solidFill>
                  <a:schemeClr val="dk1"/>
                </a:solidFill>
                <a:latin typeface="Work Sans"/>
                <a:ea typeface="Work Sans"/>
                <a:cs typeface="Work Sans"/>
                <a:sym typeface="Work Sans"/>
              </a:defRPr>
            </a:lvl5pPr>
            <a:lvl6pPr marL="2743200" lvl="5" indent="-317500" rtl="0">
              <a:lnSpc>
                <a:spcPct val="100000"/>
              </a:lnSpc>
              <a:spcBef>
                <a:spcPts val="0"/>
              </a:spcBef>
              <a:spcAft>
                <a:spcPts val="0"/>
              </a:spcAft>
              <a:buClr>
                <a:schemeClr val="dk1"/>
              </a:buClr>
              <a:buSzPts val="1400"/>
              <a:buFont typeface="Work Sans"/>
              <a:buChar char="■"/>
              <a:defRPr>
                <a:solidFill>
                  <a:schemeClr val="dk1"/>
                </a:solidFill>
                <a:latin typeface="Work Sans"/>
                <a:ea typeface="Work Sans"/>
                <a:cs typeface="Work Sans"/>
                <a:sym typeface="Work Sans"/>
              </a:defRPr>
            </a:lvl6pPr>
            <a:lvl7pPr marL="3200400" lvl="6" indent="-317500" rtl="0">
              <a:lnSpc>
                <a:spcPct val="100000"/>
              </a:lnSpc>
              <a:spcBef>
                <a:spcPts val="0"/>
              </a:spcBef>
              <a:spcAft>
                <a:spcPts val="0"/>
              </a:spcAft>
              <a:buClr>
                <a:schemeClr val="dk1"/>
              </a:buClr>
              <a:buSzPts val="1400"/>
              <a:buFont typeface="Work Sans"/>
              <a:buChar char="●"/>
              <a:defRPr>
                <a:solidFill>
                  <a:schemeClr val="dk1"/>
                </a:solidFill>
                <a:latin typeface="Work Sans"/>
                <a:ea typeface="Work Sans"/>
                <a:cs typeface="Work Sans"/>
                <a:sym typeface="Work Sans"/>
              </a:defRPr>
            </a:lvl7pPr>
            <a:lvl8pPr marL="3657600" lvl="7" indent="-317500" rtl="0">
              <a:lnSpc>
                <a:spcPct val="100000"/>
              </a:lnSpc>
              <a:spcBef>
                <a:spcPts val="0"/>
              </a:spcBef>
              <a:spcAft>
                <a:spcPts val="0"/>
              </a:spcAft>
              <a:buClr>
                <a:schemeClr val="dk1"/>
              </a:buClr>
              <a:buSzPts val="1400"/>
              <a:buFont typeface="Work Sans"/>
              <a:buChar char="○"/>
              <a:defRPr>
                <a:solidFill>
                  <a:schemeClr val="dk1"/>
                </a:solidFill>
                <a:latin typeface="Work Sans"/>
                <a:ea typeface="Work Sans"/>
                <a:cs typeface="Work Sans"/>
                <a:sym typeface="Work Sans"/>
              </a:defRPr>
            </a:lvl8pPr>
            <a:lvl9pPr marL="4114800" lvl="8" indent="-317500" rtl="0">
              <a:lnSpc>
                <a:spcPct val="100000"/>
              </a:lnSpc>
              <a:spcBef>
                <a:spcPts val="0"/>
              </a:spcBef>
              <a:spcAft>
                <a:spcPts val="0"/>
              </a:spcAft>
              <a:buClr>
                <a:schemeClr val="dk1"/>
              </a:buClr>
              <a:buSzPts val="1400"/>
              <a:buFont typeface="Work Sans"/>
              <a:buChar char="■"/>
              <a:defRPr>
                <a:solidFill>
                  <a:schemeClr val="dk1"/>
                </a:solidFill>
                <a:latin typeface="Work Sans"/>
                <a:ea typeface="Work Sans"/>
                <a:cs typeface="Work Sans"/>
                <a:sym typeface="Work Sans"/>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rgbClr val="0E2A47"/>
        </a:solidFill>
        <a:effectLst/>
      </p:bgPr>
    </p:bg>
    <p:spTree>
      <p:nvGrpSpPr>
        <p:cNvPr id="1" name="Shape 211"/>
        <p:cNvGrpSpPr/>
        <p:nvPr/>
      </p:nvGrpSpPr>
      <p:grpSpPr>
        <a:xfrm>
          <a:off x="0" y="0"/>
          <a:ext cx="0" cy="0"/>
          <a:chOff x="0" y="0"/>
          <a:chExt cx="0" cy="0"/>
        </a:xfrm>
      </p:grpSpPr>
      <p:sp>
        <p:nvSpPr>
          <p:cNvPr id="212" name="Google Shape;212;p34"/>
          <p:cNvSpPr txBox="1">
            <a:spLocks noGrp="1"/>
          </p:cNvSpPr>
          <p:nvPr>
            <p:ph type="title"/>
          </p:nvPr>
        </p:nvSpPr>
        <p:spPr>
          <a:xfrm>
            <a:off x="1068100" y="933450"/>
            <a:ext cx="7047300" cy="4824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1pPr>
            <a:lvl2pPr lvl="1"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2pPr>
            <a:lvl3pPr lvl="2"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3pPr>
            <a:lvl4pPr lvl="3"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4pPr>
            <a:lvl5pPr lvl="4"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5pPr>
            <a:lvl6pPr lvl="5"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6pPr>
            <a:lvl7pPr lvl="6"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7pPr>
            <a:lvl8pPr lvl="7"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8pPr>
            <a:lvl9pPr lvl="8"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9pPr>
          </a:lstStyle>
          <a:p>
            <a:endParaRPr/>
          </a:p>
        </p:txBody>
      </p:sp>
      <p:sp>
        <p:nvSpPr>
          <p:cNvPr id="213" name="Google Shape;213;p34"/>
          <p:cNvSpPr txBox="1">
            <a:spLocks noGrp="1"/>
          </p:cNvSpPr>
          <p:nvPr>
            <p:ph type="body" idx="1"/>
          </p:nvPr>
        </p:nvSpPr>
        <p:spPr>
          <a:xfrm>
            <a:off x="1068100" y="1695450"/>
            <a:ext cx="7047300" cy="2502000"/>
          </a:xfrm>
          <a:prstGeom prst="rect">
            <a:avLst/>
          </a:prstGeom>
          <a:noFill/>
          <a:ln>
            <a:noFill/>
          </a:ln>
        </p:spPr>
        <p:txBody>
          <a:bodyPr spcFirstLastPara="1" wrap="square" lIns="91425" tIns="91425" rIns="91425" bIns="91425" anchor="t" anchorCtr="0">
            <a:noAutofit/>
          </a:bodyPr>
          <a:lstStyle>
            <a:lvl1pPr marL="457200" lvl="0"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1pPr>
            <a:lvl2pPr marL="914400" lvl="1"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2pPr>
            <a:lvl3pPr marL="1371600" lvl="2"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3pPr>
            <a:lvl4pPr marL="1828800" lvl="3"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4pPr>
            <a:lvl5pPr marL="2286000" lvl="4"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5pPr>
            <a:lvl6pPr marL="2743200" lvl="5"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6pPr>
            <a:lvl7pPr marL="3200400" lvl="6"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7pPr>
            <a:lvl8pPr marL="3657600" lvl="7"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8pPr>
            <a:lvl9pPr marL="4114800" lvl="8"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9pPr>
          </a:lstStyle>
          <a:p>
            <a:endParaRPr/>
          </a:p>
        </p:txBody>
      </p:sp>
    </p:spTree>
  </p:cSld>
  <p:clrMap bg1="lt1" tx1="dk1" bg2="dk2" tx2="lt2" accent1="accent1" accent2="accent2" accent3="accent3" accent4="accent4" accent5="accent5" accent6="accent6" hlink="hlink" folHlink="folHlink"/>
  <p:sldLayoutIdLst>
    <p:sldLayoutId id="2147483680"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microsoft.com/office/2007/relationships/hdphoto" Target="../media/hdphoto1.wdp"/></Relationships>
</file>

<file path=ppt/slides/_rels/slide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xml"/><Relationship Id="rId1" Type="http://schemas.openxmlformats.org/officeDocument/2006/relationships/slideLayout" Target="../slideLayouts/slideLayout12.xml"/><Relationship Id="rId4" Type="http://schemas.microsoft.com/office/2007/relationships/hdphoto" Target="../media/hdphoto1.wdp"/></Relationships>
</file>

<file path=ppt/slides/_rels/slide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microsoft.com/office/2007/relationships/hdphoto" Target="../media/hdphoto1.wdp"/></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19.xml"/><Relationship Id="rId4" Type="http://schemas.microsoft.com/office/2007/relationships/hdphoto" Target="../media/hdphoto1.wdp"/></Relationships>
</file>

<file path=ppt/slides/_rels/slide5.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25.xml"/><Relationship Id="rId4" Type="http://schemas.microsoft.com/office/2007/relationships/hdphoto" Target="../media/hdphoto1.wdp"/></Relationships>
</file>

<file path=ppt/slides/_rels/slide7.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28.xml"/><Relationship Id="rId4" Type="http://schemas.microsoft.com/office/2007/relationships/hdphoto" Target="../media/hdphoto1.wdp"/></Relationships>
</file>

<file path=ppt/slides/_rels/slide9.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hyperlink" Target="https://docs.google.com/spreadsheets/d/1jwrbyJqFgbXd5vAQgQx9CmguUBCpZDWxb5yk1WCWvdo/copy" TargetMode="External"/><Relationship Id="rId2" Type="http://schemas.openxmlformats.org/officeDocument/2006/relationships/notesSlide" Target="../notesSlides/notesSlide7.xml"/><Relationship Id="rId1" Type="http://schemas.openxmlformats.org/officeDocument/2006/relationships/slideLayout" Target="../slideLayouts/slideLayout14.xml"/><Relationship Id="rId6" Type="http://schemas.microsoft.com/office/2007/relationships/hdphoto" Target="../media/hdphoto1.wdp"/><Relationship Id="rId5" Type="http://schemas.openxmlformats.org/officeDocument/2006/relationships/image" Target="../media/image9.png"/><Relationship Id="rId4" Type="http://schemas.openxmlformats.org/officeDocument/2006/relationships/image" Target="../media/image10.png"/></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29.xml"/><Relationship Id="rId4" Type="http://schemas.microsoft.com/office/2007/relationships/hdphoto" Target="../media/hdphoto1.wdp"/></Relationships>
</file>

<file path=ppt/slides/_rels/slide12.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9.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3.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9.png"/><Relationship Id="rId1" Type="http://schemas.openxmlformats.org/officeDocument/2006/relationships/slideLayout" Target="../slideLayouts/slideLayout25.xml"/></Relationships>
</file>

<file path=ppt/slides/_rels/slide14.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9.png"/><Relationship Id="rId1" Type="http://schemas.openxmlformats.org/officeDocument/2006/relationships/slideLayout" Target="../slideLayouts/slideLayout28.xml"/></Relationships>
</file>

<file path=ppt/slides/_rels/slide16.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9.png"/><Relationship Id="rId1" Type="http://schemas.openxmlformats.org/officeDocument/2006/relationships/slideLayout" Target="../slideLayouts/slideLayout28.xml"/></Relationships>
</file>

<file path=ppt/slides/_rels/slide17.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9.png"/><Relationship Id="rId1" Type="http://schemas.openxmlformats.org/officeDocument/2006/relationships/slideLayout" Target="../slideLayouts/slideLayout28.xml"/></Relationships>
</file>

<file path=ppt/slides/_rels/slide18.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9.png"/><Relationship Id="rId1" Type="http://schemas.openxmlformats.org/officeDocument/2006/relationships/slideLayout" Target="../slideLayouts/slideLayout28.xml"/></Relationships>
</file>

<file path=ppt/slides/_rels/slide19.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9.png"/><Relationship Id="rId1" Type="http://schemas.openxmlformats.org/officeDocument/2006/relationships/slideLayout" Target="../slideLayouts/slideLayout19.xml"/></Relationships>
</file>

<file path=ppt/slides/_rels/slide20.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9.png"/><Relationship Id="rId1" Type="http://schemas.openxmlformats.org/officeDocument/2006/relationships/slideLayout" Target="../slideLayouts/slideLayout19.xml"/></Relationships>
</file>

<file path=ppt/slides/_rels/slide2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9.png"/><Relationship Id="rId1" Type="http://schemas.openxmlformats.org/officeDocument/2006/relationships/slideLayout" Target="../slideLayouts/slideLayout19.xml"/></Relationships>
</file>

<file path=ppt/slides/_rels/slide22.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9.png"/><Relationship Id="rId1" Type="http://schemas.openxmlformats.org/officeDocument/2006/relationships/slideLayout" Target="../slideLayouts/slideLayout19.xml"/></Relationships>
</file>

<file path=ppt/slides/_rels/slide23.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9.png"/><Relationship Id="rId1" Type="http://schemas.openxmlformats.org/officeDocument/2006/relationships/slideLayout" Target="../slideLayouts/slideLayout19.xml"/></Relationships>
</file>

<file path=ppt/slides/_rels/slide24.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9.png"/><Relationship Id="rId1" Type="http://schemas.openxmlformats.org/officeDocument/2006/relationships/slideLayout" Target="../slideLayouts/slideLayout19.xml"/></Relationships>
</file>

<file path=ppt/slides/_rels/slide25.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9.png"/><Relationship Id="rId1" Type="http://schemas.openxmlformats.org/officeDocument/2006/relationships/slideLayout" Target="../slideLayouts/slideLayout19.xml"/></Relationships>
</file>

<file path=ppt/slides/_rels/slide26.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9.png"/><Relationship Id="rId1" Type="http://schemas.openxmlformats.org/officeDocument/2006/relationships/slideLayout" Target="../slideLayouts/slideLayout19.xml"/></Relationships>
</file>

<file path=ppt/slides/_rels/slide2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30.xml"/><Relationship Id="rId4" Type="http://schemas.microsoft.com/office/2007/relationships/hdphoto" Target="../media/hdphoto1.wdp"/></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218"/>
        <p:cNvGrpSpPr/>
        <p:nvPr/>
      </p:nvGrpSpPr>
      <p:grpSpPr>
        <a:xfrm>
          <a:off x="0" y="0"/>
          <a:ext cx="0" cy="0"/>
          <a:chOff x="0" y="0"/>
          <a:chExt cx="0" cy="0"/>
        </a:xfrm>
      </p:grpSpPr>
      <p:sp>
        <p:nvSpPr>
          <p:cNvPr id="219" name="Google Shape;219;p36"/>
          <p:cNvSpPr txBox="1">
            <a:spLocks noGrp="1"/>
          </p:cNvSpPr>
          <p:nvPr>
            <p:ph type="ctrTitle"/>
          </p:nvPr>
        </p:nvSpPr>
        <p:spPr>
          <a:xfrm>
            <a:off x="1218125" y="956825"/>
            <a:ext cx="6707700" cy="2149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fr-FR" b="1" dirty="0"/>
              <a:t>Hackathon </a:t>
            </a:r>
            <a:r>
              <a:rPr lang="fr-FR" b="1" dirty="0" err="1">
                <a:solidFill>
                  <a:schemeClr val="lt1"/>
                </a:solidFill>
              </a:rPr>
              <a:t>MorpionIA</a:t>
            </a:r>
            <a:endParaRPr dirty="0">
              <a:solidFill>
                <a:schemeClr val="lt1"/>
              </a:solidFill>
            </a:endParaRPr>
          </a:p>
        </p:txBody>
      </p:sp>
      <p:sp>
        <p:nvSpPr>
          <p:cNvPr id="220" name="Google Shape;220;p36"/>
          <p:cNvSpPr txBox="1">
            <a:spLocks noGrp="1"/>
          </p:cNvSpPr>
          <p:nvPr>
            <p:ph type="subTitle" idx="1"/>
          </p:nvPr>
        </p:nvSpPr>
        <p:spPr>
          <a:xfrm>
            <a:off x="1218125" y="3555800"/>
            <a:ext cx="6707700" cy="404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fr-FR"/>
              <a:t>Groupe More Than Conqueror • IGGLIA4 • ISPM Madagascar • Semestre 1</a:t>
            </a:r>
            <a:endParaRPr/>
          </a:p>
        </p:txBody>
      </p:sp>
      <p:grpSp>
        <p:nvGrpSpPr>
          <p:cNvPr id="221" name="Google Shape;221;p36"/>
          <p:cNvGrpSpPr/>
          <p:nvPr/>
        </p:nvGrpSpPr>
        <p:grpSpPr>
          <a:xfrm>
            <a:off x="1218125" y="3287188"/>
            <a:ext cx="6707700" cy="114300"/>
            <a:chOff x="1218125" y="3106700"/>
            <a:chExt cx="6707700" cy="114300"/>
          </a:xfrm>
        </p:grpSpPr>
        <p:sp>
          <p:nvSpPr>
            <p:cNvPr id="222" name="Google Shape;222;p36"/>
            <p:cNvSpPr/>
            <p:nvPr/>
          </p:nvSpPr>
          <p:spPr>
            <a:xfrm>
              <a:off x="1218125" y="3106700"/>
              <a:ext cx="65334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 name="Google Shape;223;p36"/>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2" name="Image 3">
            <a:extLst>
              <a:ext uri="{FF2B5EF4-FFF2-40B4-BE49-F238E27FC236}">
                <a16:creationId xmlns:a16="http://schemas.microsoft.com/office/drawing/2014/main" id="{267F3866-9D14-AB05-9A6C-2724AAF1E178}"/>
              </a:ext>
            </a:extLst>
          </p:cNvPr>
          <p:cNvPicPr>
            <a:picLocks noChangeAspect="1"/>
          </p:cNvPicPr>
          <p:nvPr/>
        </p:nvPicPr>
        <p:blipFill>
          <a:blip r:embed="rId3" cstate="print">
            <a:extLst>
              <a:ext uri="{BEBA8EAE-BF5A-486C-A8C5-ECC9F3942E4B}">
                <a14:imgProps xmlns:a14="http://schemas.microsoft.com/office/drawing/2010/main">
                  <a14:imgLayer r:embed="rId4">
                    <a14:imgEffect>
                      <a14:backgroundRemoval t="5157" b="94619" l="7383" r="93289">
                        <a14:foregroundMark x1="42506" y1="47085" x2="41834" y2="46413"/>
                        <a14:foregroundMark x1="34452" y1="14798" x2="24609" y2="58296"/>
                        <a14:foregroundMark x1="24609" y1="58296" x2="47875" y2="90359"/>
                        <a14:foregroundMark x1="47875" y1="90359" x2="87919" y2="81839"/>
                        <a14:foregroundMark x1="87919" y1="81839" x2="82774" y2="39910"/>
                        <a14:foregroundMark x1="65896" y1="7749" x2="64653" y2="5381"/>
                        <a14:foregroundMark x1="82774" y1="39910" x2="71569" y2="18559"/>
                        <a14:foregroundMark x1="64653" y1="5381" x2="21587" y2="13172"/>
                        <a14:foregroundMark x1="9398" y1="44139" x2="7383" y2="50673"/>
                        <a14:foregroundMark x1="17943" y1="16431" x2="13336" y2="31368"/>
                        <a14:foregroundMark x1="7383" y1="50673" x2="7383" y2="51121"/>
                        <a14:foregroundMark x1="65128" y1="5192" x2="67338" y2="5157"/>
                        <a14:foregroundMark x1="38702" y1="5605" x2="64873" y2="5196"/>
                        <a14:foregroundMark x1="58166" y1="14798" x2="51902" y2="43274"/>
                        <a14:foregroundMark x1="55034" y1="19731" x2="49217" y2="41704"/>
                        <a14:foregroundMark x1="53691" y1="16143" x2="38479" y2="52691"/>
                        <a14:foregroundMark x1="38479" y1="52691" x2="47651" y2="53812"/>
                        <a14:foregroundMark x1="60403" y1="54484" x2="52573" y2="52242"/>
                        <a14:foregroundMark x1="48098" y1="51121" x2="38926" y2="61435"/>
                        <a14:foregroundMark x1="42729" y1="53587" x2="31767" y2="55381"/>
                        <a14:foregroundMark x1="46980" y1="64350" x2="49441" y2="65022"/>
                        <a14:foregroundMark x1="38926" y1="65471" x2="47651" y2="67713"/>
                        <a14:foregroundMark x1="47651" y1="67713" x2="47651" y2="67713"/>
                        <a14:foregroundMark x1="41387" y1="66592" x2="59508" y2="62108"/>
                        <a14:foregroundMark x1="67338" y1="55830" x2="55928" y2="67937"/>
                        <a14:foregroundMark x1="65996" y1="52466" x2="59060" y2="59641"/>
                        <a14:foregroundMark x1="62640" y1="41256" x2="68009" y2="60762"/>
                        <a14:foregroundMark x1="70022" y1="51794" x2="69575" y2="60314"/>
                        <a14:foregroundMark x1="66890" y1="32511" x2="60626" y2="43498"/>
                        <a14:foregroundMark x1="52796" y1="29596" x2="61074" y2="43274"/>
                        <a14:foregroundMark x1="27293" y1="37444" x2="24832" y2="47982"/>
                        <a14:foregroundMark x1="21477" y1="34753" x2="25503" y2="51570"/>
                        <a14:foregroundMark x1="20805" y1="47982" x2="23490" y2="51570"/>
                        <a14:foregroundMark x1="30872" y1="34305" x2="29978" y2="54933"/>
                        <a14:foregroundMark x1="39374" y1="33184" x2="37136" y2="47982"/>
                        <a14:foregroundMark x1="39597" y1="25785" x2="39597" y2="25785"/>
                        <a14:foregroundMark x1="43848" y1="25785" x2="46756" y2="25785"/>
                        <a14:foregroundMark x1="67785" y1="22646" x2="67785" y2="22646"/>
                        <a14:foregroundMark x1="65996" y1="22197" x2="65996" y2="22197"/>
                        <a14:foregroundMark x1="65548" y1="20179" x2="65548" y2="20179"/>
                        <a14:foregroundMark x1="65324" y1="19283" x2="65324" y2="19283"/>
                        <a14:foregroundMark x1="77405" y1="27354" x2="77405" y2="27354"/>
                        <a14:foregroundMark x1="79195" y1="28475" x2="79195" y2="28475"/>
                        <a14:foregroundMark x1="72707" y1="34753" x2="74273" y2="38117"/>
                        <a14:foregroundMark x1="76286" y1="38565" x2="76957" y2="39013"/>
                        <a14:foregroundMark x1="72036" y1="45964" x2="72036" y2="45964"/>
                        <a14:foregroundMark x1="71588" y1="47309" x2="71588" y2="47309"/>
                        <a14:foregroundMark x1="76957" y1="47085" x2="76957" y2="47085"/>
                        <a14:foregroundMark x1="66219" y1="46188" x2="66219" y2="46188"/>
                        <a14:foregroundMark x1="71365" y1="40807" x2="75839" y2="45516"/>
                        <a14:foregroundMark x1="30201" y1="92377" x2="37136" y2="94619"/>
                        <a14:foregroundMark x1="60850" y1="27578" x2="62640" y2="30269"/>
                        <a14:foregroundMark x1="67114" y1="39686" x2="68680" y2="42825"/>
                        <a14:foregroundMark x1="87919" y1="55605" x2="90157" y2="54709"/>
                        <a14:foregroundMark x1="90604" y1="60090" x2="93289" y2="78027"/>
                        <a14:backgroundMark x1="9843" y1="34753" x2="9843" y2="34753"/>
                        <a14:backgroundMark x1="9172" y1="30045" x2="11186" y2="39686"/>
                        <a14:backgroundMark x1="9620" y1="39910" x2="12528" y2="41704"/>
                        <a14:backgroundMark x1="2685" y1="43946" x2="3132" y2="48879"/>
                        <a14:backgroundMark x1="4027" y1="43946" x2="2685" y2="49103"/>
                        <a14:backgroundMark x1="20134" y1="13229" x2="20134" y2="13229"/>
                        <a14:backgroundMark x1="17450" y1="12556" x2="20358" y2="13453"/>
                        <a14:backgroundMark x1="14989" y1="12332" x2="21700" y2="13004"/>
                        <a14:backgroundMark x1="64877" y1="11883" x2="68680" y2="13229"/>
                        <a14:backgroundMark x1="68456" y1="13677" x2="72707" y2="16592"/>
                        <a14:backgroundMark x1="69351" y1="15022" x2="72707" y2="17489"/>
                        <a14:backgroundMark x1="68009" y1="14350" x2="72483" y2="15247"/>
                        <a14:backgroundMark x1="66443" y1="10090" x2="67785" y2="8744"/>
                        <a14:backgroundMark x1="66219" y1="8520" x2="66219" y2="8520"/>
                        <a14:backgroundMark x1="66219" y1="8520" x2="66890" y2="8969"/>
                        <a14:backgroundMark x1="65548" y1="9417" x2="68233" y2="8744"/>
                        <a14:backgroundMark x1="65548" y1="8296" x2="67114" y2="8296"/>
                        <a14:backgroundMark x1="66443" y1="8296" x2="65996" y2="7848"/>
                        <a14:backgroundMark x1="97315" y1="70179" x2="97092" y2="75336"/>
                        <a14:backgroundMark x1="95749" y1="73991" x2="96868" y2="76457"/>
                        <a14:backgroundMark x1="50783" y1="98655" x2="54139" y2="98655"/>
                        <a14:backgroundMark x1="59060" y1="99103" x2="52349" y2="96861"/>
                        <a14:backgroundMark x1="57718" y1="98206" x2="59955" y2="99327"/>
                        <a14:backgroundMark x1="55481" y1="98430" x2="58837" y2="98206"/>
                        <a14:backgroundMark x1="55257" y1="97758" x2="57718" y2="97758"/>
                        <a14:backgroundMark x1="95078" y1="58520" x2="95302" y2="60090"/>
                      </a14:backgroundRemoval>
                    </a14:imgEffect>
                  </a14:imgLayer>
                </a14:imgProps>
              </a:ext>
              <a:ext uri="{28A0092B-C50C-407E-A947-70E740481C1C}">
                <a14:useLocalDpi xmlns:a14="http://schemas.microsoft.com/office/drawing/2010/main" val="0"/>
              </a:ext>
            </a:extLst>
          </a:blip>
          <a:stretch>
            <a:fillRect/>
          </a:stretch>
        </p:blipFill>
        <p:spPr>
          <a:xfrm>
            <a:off x="120854" y="0"/>
            <a:ext cx="1029074" cy="102677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39"/>
        <p:cNvGrpSpPr/>
        <p:nvPr/>
      </p:nvGrpSpPr>
      <p:grpSpPr>
        <a:xfrm>
          <a:off x="0" y="0"/>
          <a:ext cx="0" cy="0"/>
          <a:chOff x="0" y="0"/>
          <a:chExt cx="0" cy="0"/>
        </a:xfrm>
      </p:grpSpPr>
      <p:sp>
        <p:nvSpPr>
          <p:cNvPr id="240" name="Google Shape;240;p38"/>
          <p:cNvSpPr txBox="1">
            <a:spLocks noGrp="1"/>
          </p:cNvSpPr>
          <p:nvPr>
            <p:ph type="title"/>
          </p:nvPr>
        </p:nvSpPr>
        <p:spPr>
          <a:xfrm>
            <a:off x="713150" y="540000"/>
            <a:ext cx="7717800" cy="47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Table of </a:t>
            </a:r>
            <a:r>
              <a:rPr lang="en">
                <a:solidFill>
                  <a:schemeClr val="lt1"/>
                </a:solidFill>
              </a:rPr>
              <a:t>matières</a:t>
            </a:r>
            <a:endParaRPr>
              <a:solidFill>
                <a:schemeClr val="lt1"/>
              </a:solidFill>
            </a:endParaRPr>
          </a:p>
        </p:txBody>
      </p:sp>
      <p:sp>
        <p:nvSpPr>
          <p:cNvPr id="241" name="Google Shape;241;p38"/>
          <p:cNvSpPr txBox="1">
            <a:spLocks noGrp="1"/>
          </p:cNvSpPr>
          <p:nvPr>
            <p:ph type="title" idx="2"/>
          </p:nvPr>
        </p:nvSpPr>
        <p:spPr>
          <a:xfrm>
            <a:off x="1720375" y="1582348"/>
            <a:ext cx="758400" cy="283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01</a:t>
            </a:r>
            <a:endParaRPr/>
          </a:p>
        </p:txBody>
      </p:sp>
      <p:sp>
        <p:nvSpPr>
          <p:cNvPr id="242" name="Google Shape;242;p38"/>
          <p:cNvSpPr txBox="1">
            <a:spLocks noGrp="1"/>
          </p:cNvSpPr>
          <p:nvPr>
            <p:ph type="subTitle" idx="5"/>
          </p:nvPr>
        </p:nvSpPr>
        <p:spPr>
          <a:xfrm>
            <a:off x="5849564" y="2251167"/>
            <a:ext cx="2382300" cy="501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Régression Logistique, analyse des coefficients</a:t>
            </a:r>
            <a:endParaRPr/>
          </a:p>
        </p:txBody>
      </p:sp>
      <p:sp>
        <p:nvSpPr>
          <p:cNvPr id="243" name="Google Shape;243;p38"/>
          <p:cNvSpPr txBox="1">
            <a:spLocks noGrp="1"/>
          </p:cNvSpPr>
          <p:nvPr>
            <p:ph type="title" idx="6"/>
          </p:nvPr>
        </p:nvSpPr>
        <p:spPr>
          <a:xfrm>
            <a:off x="6661552" y="1582348"/>
            <a:ext cx="758400" cy="283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03</a:t>
            </a:r>
            <a:endParaRPr/>
          </a:p>
        </p:txBody>
      </p:sp>
      <p:sp>
        <p:nvSpPr>
          <p:cNvPr id="244" name="Google Shape;244;p38"/>
          <p:cNvSpPr txBox="1">
            <a:spLocks noGrp="1"/>
          </p:cNvSpPr>
          <p:nvPr>
            <p:ph type="subTitle" idx="7"/>
          </p:nvPr>
        </p:nvSpPr>
        <p:spPr>
          <a:xfrm>
            <a:off x="906550" y="3736050"/>
            <a:ext cx="2382300" cy="501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Decision Tree, Random Forest, MLP, XGBoost</a:t>
            </a:r>
            <a:endParaRPr/>
          </a:p>
        </p:txBody>
      </p:sp>
      <p:sp>
        <p:nvSpPr>
          <p:cNvPr id="245" name="Google Shape;245;p38"/>
          <p:cNvSpPr txBox="1">
            <a:spLocks noGrp="1"/>
          </p:cNvSpPr>
          <p:nvPr>
            <p:ph type="title" idx="8"/>
          </p:nvPr>
        </p:nvSpPr>
        <p:spPr>
          <a:xfrm>
            <a:off x="1718550" y="3067257"/>
            <a:ext cx="758400" cy="283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04</a:t>
            </a:r>
            <a:endParaRPr/>
          </a:p>
        </p:txBody>
      </p:sp>
      <p:sp>
        <p:nvSpPr>
          <p:cNvPr id="246" name="Google Shape;246;p38"/>
          <p:cNvSpPr txBox="1">
            <a:spLocks noGrp="1"/>
          </p:cNvSpPr>
          <p:nvPr>
            <p:ph type="subTitle" idx="3"/>
          </p:nvPr>
        </p:nvSpPr>
        <p:spPr>
          <a:xfrm>
            <a:off x="3377302" y="2251142"/>
            <a:ext cx="2382300" cy="501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Encodage plateau, structure CSV, analyse EDA</a:t>
            </a:r>
            <a:endParaRPr/>
          </a:p>
        </p:txBody>
      </p:sp>
      <p:sp>
        <p:nvSpPr>
          <p:cNvPr id="247" name="Google Shape;247;p38"/>
          <p:cNvSpPr txBox="1">
            <a:spLocks noGrp="1"/>
          </p:cNvSpPr>
          <p:nvPr>
            <p:ph type="title" idx="4"/>
          </p:nvPr>
        </p:nvSpPr>
        <p:spPr>
          <a:xfrm>
            <a:off x="4189283" y="1582316"/>
            <a:ext cx="758400" cy="283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02</a:t>
            </a:r>
            <a:endParaRPr/>
          </a:p>
        </p:txBody>
      </p:sp>
      <p:sp>
        <p:nvSpPr>
          <p:cNvPr id="248" name="Google Shape;248;p38"/>
          <p:cNvSpPr txBox="1">
            <a:spLocks noGrp="1"/>
          </p:cNvSpPr>
          <p:nvPr>
            <p:ph type="subTitle" idx="1"/>
          </p:nvPr>
        </p:nvSpPr>
        <p:spPr>
          <a:xfrm>
            <a:off x="908374" y="2251133"/>
            <a:ext cx="2382300" cy="501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Génération du dataset, mission IA Morpion</a:t>
            </a:r>
            <a:endParaRPr/>
          </a:p>
        </p:txBody>
      </p:sp>
      <p:sp>
        <p:nvSpPr>
          <p:cNvPr id="249" name="Google Shape;249;p38"/>
          <p:cNvSpPr txBox="1">
            <a:spLocks noGrp="1"/>
          </p:cNvSpPr>
          <p:nvPr>
            <p:ph type="subTitle" idx="9"/>
          </p:nvPr>
        </p:nvSpPr>
        <p:spPr>
          <a:xfrm>
            <a:off x="908374" y="1964044"/>
            <a:ext cx="2382300" cy="4395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contexte</a:t>
            </a:r>
            <a:endParaRPr/>
          </a:p>
        </p:txBody>
      </p:sp>
      <p:sp>
        <p:nvSpPr>
          <p:cNvPr id="250" name="Google Shape;250;p38"/>
          <p:cNvSpPr txBox="1">
            <a:spLocks noGrp="1"/>
          </p:cNvSpPr>
          <p:nvPr>
            <p:ph type="subTitle" idx="13"/>
          </p:nvPr>
        </p:nvSpPr>
        <p:spPr>
          <a:xfrm>
            <a:off x="3377252" y="1964044"/>
            <a:ext cx="2382300" cy="4395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dataset &amp; EDA</a:t>
            </a:r>
            <a:endParaRPr/>
          </a:p>
        </p:txBody>
      </p:sp>
      <p:sp>
        <p:nvSpPr>
          <p:cNvPr id="251" name="Google Shape;251;p38"/>
          <p:cNvSpPr txBox="1">
            <a:spLocks noGrp="1"/>
          </p:cNvSpPr>
          <p:nvPr>
            <p:ph type="subTitle" idx="14"/>
          </p:nvPr>
        </p:nvSpPr>
        <p:spPr>
          <a:xfrm>
            <a:off x="5849717" y="1964069"/>
            <a:ext cx="2382300" cy="4395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baseline ML</a:t>
            </a:r>
            <a:endParaRPr/>
          </a:p>
        </p:txBody>
      </p:sp>
      <p:sp>
        <p:nvSpPr>
          <p:cNvPr id="252" name="Google Shape;252;p38"/>
          <p:cNvSpPr txBox="1">
            <a:spLocks noGrp="1"/>
          </p:cNvSpPr>
          <p:nvPr>
            <p:ph type="subTitle" idx="15"/>
          </p:nvPr>
        </p:nvSpPr>
        <p:spPr>
          <a:xfrm>
            <a:off x="906664" y="3448951"/>
            <a:ext cx="2382300" cy="4395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modèles avancés</a:t>
            </a:r>
            <a:endParaRPr/>
          </a:p>
        </p:txBody>
      </p:sp>
      <p:sp>
        <p:nvSpPr>
          <p:cNvPr id="253" name="Google Shape;253;p38"/>
          <p:cNvSpPr txBox="1">
            <a:spLocks noGrp="1"/>
          </p:cNvSpPr>
          <p:nvPr>
            <p:ph type="subTitle" idx="16"/>
          </p:nvPr>
        </p:nvSpPr>
        <p:spPr>
          <a:xfrm>
            <a:off x="3375527" y="3736098"/>
            <a:ext cx="2382300" cy="501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Modes vs Human, vs IA ML, vs IA Hybride</a:t>
            </a:r>
            <a:endParaRPr/>
          </a:p>
        </p:txBody>
      </p:sp>
      <p:sp>
        <p:nvSpPr>
          <p:cNvPr id="254" name="Google Shape;254;p38"/>
          <p:cNvSpPr txBox="1">
            <a:spLocks noGrp="1"/>
          </p:cNvSpPr>
          <p:nvPr>
            <p:ph type="title" idx="17"/>
          </p:nvPr>
        </p:nvSpPr>
        <p:spPr>
          <a:xfrm>
            <a:off x="4187500" y="3067274"/>
            <a:ext cx="758400" cy="283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05</a:t>
            </a:r>
            <a:endParaRPr/>
          </a:p>
        </p:txBody>
      </p:sp>
      <p:sp>
        <p:nvSpPr>
          <p:cNvPr id="255" name="Google Shape;255;p38"/>
          <p:cNvSpPr txBox="1">
            <a:spLocks noGrp="1"/>
          </p:cNvSpPr>
          <p:nvPr>
            <p:ph type="subTitle" idx="18"/>
          </p:nvPr>
        </p:nvSpPr>
        <p:spPr>
          <a:xfrm>
            <a:off x="5847789" y="3736123"/>
            <a:ext cx="2382300" cy="501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Q1–Q4, membres du groupe More Than Conqueror</a:t>
            </a:r>
            <a:endParaRPr/>
          </a:p>
        </p:txBody>
      </p:sp>
      <p:sp>
        <p:nvSpPr>
          <p:cNvPr id="256" name="Google Shape;256;p38"/>
          <p:cNvSpPr txBox="1">
            <a:spLocks noGrp="1"/>
          </p:cNvSpPr>
          <p:nvPr>
            <p:ph type="title" idx="19"/>
          </p:nvPr>
        </p:nvSpPr>
        <p:spPr>
          <a:xfrm>
            <a:off x="6659775" y="3067306"/>
            <a:ext cx="758400" cy="283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06</a:t>
            </a:r>
            <a:endParaRPr/>
          </a:p>
        </p:txBody>
      </p:sp>
      <p:sp>
        <p:nvSpPr>
          <p:cNvPr id="257" name="Google Shape;257;p38"/>
          <p:cNvSpPr txBox="1">
            <a:spLocks noGrp="1"/>
          </p:cNvSpPr>
          <p:nvPr>
            <p:ph type="subTitle" idx="20"/>
          </p:nvPr>
        </p:nvSpPr>
        <p:spPr>
          <a:xfrm>
            <a:off x="3375477" y="3449001"/>
            <a:ext cx="2382300" cy="4395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interface jouable</a:t>
            </a:r>
            <a:endParaRPr/>
          </a:p>
        </p:txBody>
      </p:sp>
      <p:sp>
        <p:nvSpPr>
          <p:cNvPr id="258" name="Google Shape;258;p38"/>
          <p:cNvSpPr txBox="1">
            <a:spLocks noGrp="1"/>
          </p:cNvSpPr>
          <p:nvPr>
            <p:ph type="subTitle" idx="21"/>
          </p:nvPr>
        </p:nvSpPr>
        <p:spPr>
          <a:xfrm>
            <a:off x="5847942" y="3449026"/>
            <a:ext cx="2382300" cy="4395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notre équipe</a:t>
            </a:r>
            <a:endParaRPr/>
          </a:p>
        </p:txBody>
      </p:sp>
      <p:grpSp>
        <p:nvGrpSpPr>
          <p:cNvPr id="259" name="Google Shape;259;p38"/>
          <p:cNvGrpSpPr/>
          <p:nvPr/>
        </p:nvGrpSpPr>
        <p:grpSpPr>
          <a:xfrm>
            <a:off x="713150" y="1090100"/>
            <a:ext cx="7717800" cy="114325"/>
            <a:chOff x="208025" y="3106700"/>
            <a:chExt cx="7717800" cy="114325"/>
          </a:xfrm>
        </p:grpSpPr>
        <p:sp>
          <p:nvSpPr>
            <p:cNvPr id="260" name="Google Shape;260;p38"/>
            <p:cNvSpPr/>
            <p:nvPr/>
          </p:nvSpPr>
          <p:spPr>
            <a:xfrm>
              <a:off x="208025" y="3106725"/>
              <a:ext cx="75435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 name="Google Shape;261;p38"/>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2" name="Image 3">
            <a:extLst>
              <a:ext uri="{FF2B5EF4-FFF2-40B4-BE49-F238E27FC236}">
                <a16:creationId xmlns:a16="http://schemas.microsoft.com/office/drawing/2014/main" id="{8E60578E-E257-2F28-64D9-A59C04E87579}"/>
              </a:ext>
            </a:extLst>
          </p:cNvPr>
          <p:cNvPicPr>
            <a:picLocks noChangeAspect="1"/>
          </p:cNvPicPr>
          <p:nvPr/>
        </p:nvPicPr>
        <p:blipFill>
          <a:blip r:embed="rId3" cstate="print">
            <a:extLst>
              <a:ext uri="{BEBA8EAE-BF5A-486C-A8C5-ECC9F3942E4B}">
                <a14:imgProps xmlns:a14="http://schemas.microsoft.com/office/drawing/2010/main">
                  <a14:imgLayer r:embed="rId4">
                    <a14:imgEffect>
                      <a14:backgroundRemoval t="5157" b="94619" l="7383" r="93289">
                        <a14:foregroundMark x1="42506" y1="47085" x2="41834" y2="46413"/>
                        <a14:foregroundMark x1="34452" y1="14798" x2="24609" y2="58296"/>
                        <a14:foregroundMark x1="24609" y1="58296" x2="47875" y2="90359"/>
                        <a14:foregroundMark x1="47875" y1="90359" x2="87919" y2="81839"/>
                        <a14:foregroundMark x1="87919" y1="81839" x2="82774" y2="39910"/>
                        <a14:foregroundMark x1="65896" y1="7749" x2="64653" y2="5381"/>
                        <a14:foregroundMark x1="82774" y1="39910" x2="71569" y2="18559"/>
                        <a14:foregroundMark x1="64653" y1="5381" x2="21587" y2="13172"/>
                        <a14:foregroundMark x1="9398" y1="44139" x2="7383" y2="50673"/>
                        <a14:foregroundMark x1="17943" y1="16431" x2="13336" y2="31368"/>
                        <a14:foregroundMark x1="7383" y1="50673" x2="7383" y2="51121"/>
                        <a14:foregroundMark x1="65128" y1="5192" x2="67338" y2="5157"/>
                        <a14:foregroundMark x1="38702" y1="5605" x2="64873" y2="5196"/>
                        <a14:foregroundMark x1="58166" y1="14798" x2="51902" y2="43274"/>
                        <a14:foregroundMark x1="55034" y1="19731" x2="49217" y2="41704"/>
                        <a14:foregroundMark x1="53691" y1="16143" x2="38479" y2="52691"/>
                        <a14:foregroundMark x1="38479" y1="52691" x2="47651" y2="53812"/>
                        <a14:foregroundMark x1="60403" y1="54484" x2="52573" y2="52242"/>
                        <a14:foregroundMark x1="48098" y1="51121" x2="38926" y2="61435"/>
                        <a14:foregroundMark x1="42729" y1="53587" x2="31767" y2="55381"/>
                        <a14:foregroundMark x1="46980" y1="64350" x2="49441" y2="65022"/>
                        <a14:foregroundMark x1="38926" y1="65471" x2="47651" y2="67713"/>
                        <a14:foregroundMark x1="47651" y1="67713" x2="47651" y2="67713"/>
                        <a14:foregroundMark x1="41387" y1="66592" x2="59508" y2="62108"/>
                        <a14:foregroundMark x1="67338" y1="55830" x2="55928" y2="67937"/>
                        <a14:foregroundMark x1="65996" y1="52466" x2="59060" y2="59641"/>
                        <a14:foregroundMark x1="62640" y1="41256" x2="68009" y2="60762"/>
                        <a14:foregroundMark x1="70022" y1="51794" x2="69575" y2="60314"/>
                        <a14:foregroundMark x1="66890" y1="32511" x2="60626" y2="43498"/>
                        <a14:foregroundMark x1="52796" y1="29596" x2="61074" y2="43274"/>
                        <a14:foregroundMark x1="27293" y1="37444" x2="24832" y2="47982"/>
                        <a14:foregroundMark x1="21477" y1="34753" x2="25503" y2="51570"/>
                        <a14:foregroundMark x1="20805" y1="47982" x2="23490" y2="51570"/>
                        <a14:foregroundMark x1="30872" y1="34305" x2="29978" y2="54933"/>
                        <a14:foregroundMark x1="39374" y1="33184" x2="37136" y2="47982"/>
                        <a14:foregroundMark x1="39597" y1="25785" x2="39597" y2="25785"/>
                        <a14:foregroundMark x1="43848" y1="25785" x2="46756" y2="25785"/>
                        <a14:foregroundMark x1="67785" y1="22646" x2="67785" y2="22646"/>
                        <a14:foregroundMark x1="65996" y1="22197" x2="65996" y2="22197"/>
                        <a14:foregroundMark x1="65548" y1="20179" x2="65548" y2="20179"/>
                        <a14:foregroundMark x1="65324" y1="19283" x2="65324" y2="19283"/>
                        <a14:foregroundMark x1="77405" y1="27354" x2="77405" y2="27354"/>
                        <a14:foregroundMark x1="79195" y1="28475" x2="79195" y2="28475"/>
                        <a14:foregroundMark x1="72707" y1="34753" x2="74273" y2="38117"/>
                        <a14:foregroundMark x1="76286" y1="38565" x2="76957" y2="39013"/>
                        <a14:foregroundMark x1="72036" y1="45964" x2="72036" y2="45964"/>
                        <a14:foregroundMark x1="71588" y1="47309" x2="71588" y2="47309"/>
                        <a14:foregroundMark x1="76957" y1="47085" x2="76957" y2="47085"/>
                        <a14:foregroundMark x1="66219" y1="46188" x2="66219" y2="46188"/>
                        <a14:foregroundMark x1="71365" y1="40807" x2="75839" y2="45516"/>
                        <a14:foregroundMark x1="30201" y1="92377" x2="37136" y2="94619"/>
                        <a14:foregroundMark x1="60850" y1="27578" x2="62640" y2="30269"/>
                        <a14:foregroundMark x1="67114" y1="39686" x2="68680" y2="42825"/>
                        <a14:foregroundMark x1="87919" y1="55605" x2="90157" y2="54709"/>
                        <a14:foregroundMark x1="90604" y1="60090" x2="93289" y2="78027"/>
                        <a14:backgroundMark x1="9843" y1="34753" x2="9843" y2="34753"/>
                        <a14:backgroundMark x1="9172" y1="30045" x2="11186" y2="39686"/>
                        <a14:backgroundMark x1="9620" y1="39910" x2="12528" y2="41704"/>
                        <a14:backgroundMark x1="2685" y1="43946" x2="3132" y2="48879"/>
                        <a14:backgroundMark x1="4027" y1="43946" x2="2685" y2="49103"/>
                        <a14:backgroundMark x1="20134" y1="13229" x2="20134" y2="13229"/>
                        <a14:backgroundMark x1="17450" y1="12556" x2="20358" y2="13453"/>
                        <a14:backgroundMark x1="14989" y1="12332" x2="21700" y2="13004"/>
                        <a14:backgroundMark x1="64877" y1="11883" x2="68680" y2="13229"/>
                        <a14:backgroundMark x1="68456" y1="13677" x2="72707" y2="16592"/>
                        <a14:backgroundMark x1="69351" y1="15022" x2="72707" y2="17489"/>
                        <a14:backgroundMark x1="68009" y1="14350" x2="72483" y2="15247"/>
                        <a14:backgroundMark x1="66443" y1="10090" x2="67785" y2="8744"/>
                        <a14:backgroundMark x1="66219" y1="8520" x2="66219" y2="8520"/>
                        <a14:backgroundMark x1="66219" y1="8520" x2="66890" y2="8969"/>
                        <a14:backgroundMark x1="65548" y1="9417" x2="68233" y2="8744"/>
                        <a14:backgroundMark x1="65548" y1="8296" x2="67114" y2="8296"/>
                        <a14:backgroundMark x1="66443" y1="8296" x2="65996" y2="7848"/>
                        <a14:backgroundMark x1="97315" y1="70179" x2="97092" y2="75336"/>
                        <a14:backgroundMark x1="95749" y1="73991" x2="96868" y2="76457"/>
                        <a14:backgroundMark x1="50783" y1="98655" x2="54139" y2="98655"/>
                        <a14:backgroundMark x1="59060" y1="99103" x2="52349" y2="96861"/>
                        <a14:backgroundMark x1="57718" y1="98206" x2="59955" y2="99327"/>
                        <a14:backgroundMark x1="55481" y1="98430" x2="58837" y2="98206"/>
                        <a14:backgroundMark x1="55257" y1="97758" x2="57718" y2="97758"/>
                        <a14:backgroundMark x1="95078" y1="58520" x2="95302" y2="60090"/>
                      </a14:backgroundRemoval>
                    </a14:imgEffect>
                  </a14:imgLayer>
                </a14:imgProps>
              </a:ext>
              <a:ext uri="{28A0092B-C50C-407E-A947-70E740481C1C}">
                <a14:useLocalDpi xmlns:a14="http://schemas.microsoft.com/office/drawing/2010/main" val="0"/>
              </a:ext>
            </a:extLst>
          </a:blip>
          <a:stretch>
            <a:fillRect/>
          </a:stretch>
        </p:blipFill>
        <p:spPr>
          <a:xfrm>
            <a:off x="7948063" y="124096"/>
            <a:ext cx="1029074" cy="1026772"/>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75"/>
        <p:cNvGrpSpPr/>
        <p:nvPr/>
      </p:nvGrpSpPr>
      <p:grpSpPr>
        <a:xfrm>
          <a:off x="0" y="0"/>
          <a:ext cx="0" cy="0"/>
          <a:chOff x="0" y="0"/>
          <a:chExt cx="0" cy="0"/>
        </a:xfrm>
      </p:grpSpPr>
      <p:sp>
        <p:nvSpPr>
          <p:cNvPr id="276" name="Google Shape;276;p40"/>
          <p:cNvSpPr txBox="1">
            <a:spLocks noGrp="1"/>
          </p:cNvSpPr>
          <p:nvPr>
            <p:ph type="title"/>
          </p:nvPr>
        </p:nvSpPr>
        <p:spPr>
          <a:xfrm>
            <a:off x="4764075" y="2392025"/>
            <a:ext cx="2083500" cy="5610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CONTEXTE</a:t>
            </a:r>
            <a:endParaRPr/>
          </a:p>
        </p:txBody>
      </p:sp>
      <p:sp>
        <p:nvSpPr>
          <p:cNvPr id="277" name="Google Shape;277;p40"/>
          <p:cNvSpPr txBox="1">
            <a:spLocks noGrp="1"/>
          </p:cNvSpPr>
          <p:nvPr>
            <p:ph type="body" idx="1"/>
          </p:nvPr>
        </p:nvSpPr>
        <p:spPr>
          <a:xfrm>
            <a:off x="4764075" y="3207300"/>
            <a:ext cx="2732100" cy="657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Mission &amp; Objectif du Hackathon</a:t>
            </a:r>
            <a:endParaRPr/>
          </a:p>
        </p:txBody>
      </p:sp>
      <p:sp>
        <p:nvSpPr>
          <p:cNvPr id="278" name="Google Shape;278;p40"/>
          <p:cNvSpPr txBox="1">
            <a:spLocks noGrp="1"/>
          </p:cNvSpPr>
          <p:nvPr>
            <p:ph type="title" idx="2"/>
          </p:nvPr>
        </p:nvSpPr>
        <p:spPr>
          <a:xfrm>
            <a:off x="4879875" y="1534825"/>
            <a:ext cx="1061400" cy="719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01</a:t>
            </a:r>
            <a:endParaRPr/>
          </a:p>
        </p:txBody>
      </p:sp>
      <p:grpSp>
        <p:nvGrpSpPr>
          <p:cNvPr id="279" name="Google Shape;279;p40"/>
          <p:cNvGrpSpPr/>
          <p:nvPr/>
        </p:nvGrpSpPr>
        <p:grpSpPr>
          <a:xfrm>
            <a:off x="4879875" y="3023000"/>
            <a:ext cx="1708788" cy="114325"/>
            <a:chOff x="6217037" y="3106700"/>
            <a:chExt cx="1708788" cy="114325"/>
          </a:xfrm>
        </p:grpSpPr>
        <p:sp>
          <p:nvSpPr>
            <p:cNvPr id="280" name="Google Shape;280;p40"/>
            <p:cNvSpPr/>
            <p:nvPr/>
          </p:nvSpPr>
          <p:spPr>
            <a:xfrm>
              <a:off x="6217037" y="3106725"/>
              <a:ext cx="15345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 name="Google Shape;281;p40"/>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2" name="Image 3">
            <a:extLst>
              <a:ext uri="{FF2B5EF4-FFF2-40B4-BE49-F238E27FC236}">
                <a16:creationId xmlns:a16="http://schemas.microsoft.com/office/drawing/2014/main" id="{88B87B52-3B98-E825-7732-2708BFF16436}"/>
              </a:ext>
            </a:extLst>
          </p:cNvPr>
          <p:cNvPicPr>
            <a:picLocks noChangeAspect="1"/>
          </p:cNvPicPr>
          <p:nvPr/>
        </p:nvPicPr>
        <p:blipFill>
          <a:blip r:embed="rId3" cstate="print">
            <a:extLst>
              <a:ext uri="{BEBA8EAE-BF5A-486C-A8C5-ECC9F3942E4B}">
                <a14:imgProps xmlns:a14="http://schemas.microsoft.com/office/drawing/2010/main">
                  <a14:imgLayer r:embed="rId4">
                    <a14:imgEffect>
                      <a14:backgroundRemoval t="5157" b="94619" l="7383" r="93289">
                        <a14:foregroundMark x1="42506" y1="47085" x2="41834" y2="46413"/>
                        <a14:foregroundMark x1="34452" y1="14798" x2="24609" y2="58296"/>
                        <a14:foregroundMark x1="24609" y1="58296" x2="47875" y2="90359"/>
                        <a14:foregroundMark x1="47875" y1="90359" x2="87919" y2="81839"/>
                        <a14:foregroundMark x1="87919" y1="81839" x2="82774" y2="39910"/>
                        <a14:foregroundMark x1="65896" y1="7749" x2="64653" y2="5381"/>
                        <a14:foregroundMark x1="82774" y1="39910" x2="71569" y2="18559"/>
                        <a14:foregroundMark x1="64653" y1="5381" x2="21587" y2="13172"/>
                        <a14:foregroundMark x1="9398" y1="44139" x2="7383" y2="50673"/>
                        <a14:foregroundMark x1="17943" y1="16431" x2="13336" y2="31368"/>
                        <a14:foregroundMark x1="7383" y1="50673" x2="7383" y2="51121"/>
                        <a14:foregroundMark x1="65128" y1="5192" x2="67338" y2="5157"/>
                        <a14:foregroundMark x1="38702" y1="5605" x2="64873" y2="5196"/>
                        <a14:foregroundMark x1="58166" y1="14798" x2="51902" y2="43274"/>
                        <a14:foregroundMark x1="55034" y1="19731" x2="49217" y2="41704"/>
                        <a14:foregroundMark x1="53691" y1="16143" x2="38479" y2="52691"/>
                        <a14:foregroundMark x1="38479" y1="52691" x2="47651" y2="53812"/>
                        <a14:foregroundMark x1="60403" y1="54484" x2="52573" y2="52242"/>
                        <a14:foregroundMark x1="48098" y1="51121" x2="38926" y2="61435"/>
                        <a14:foregroundMark x1="42729" y1="53587" x2="31767" y2="55381"/>
                        <a14:foregroundMark x1="46980" y1="64350" x2="49441" y2="65022"/>
                        <a14:foregroundMark x1="38926" y1="65471" x2="47651" y2="67713"/>
                        <a14:foregroundMark x1="47651" y1="67713" x2="47651" y2="67713"/>
                        <a14:foregroundMark x1="41387" y1="66592" x2="59508" y2="62108"/>
                        <a14:foregroundMark x1="67338" y1="55830" x2="55928" y2="67937"/>
                        <a14:foregroundMark x1="65996" y1="52466" x2="59060" y2="59641"/>
                        <a14:foregroundMark x1="62640" y1="41256" x2="68009" y2="60762"/>
                        <a14:foregroundMark x1="70022" y1="51794" x2="69575" y2="60314"/>
                        <a14:foregroundMark x1="66890" y1="32511" x2="60626" y2="43498"/>
                        <a14:foregroundMark x1="52796" y1="29596" x2="61074" y2="43274"/>
                        <a14:foregroundMark x1="27293" y1="37444" x2="24832" y2="47982"/>
                        <a14:foregroundMark x1="21477" y1="34753" x2="25503" y2="51570"/>
                        <a14:foregroundMark x1="20805" y1="47982" x2="23490" y2="51570"/>
                        <a14:foregroundMark x1="30872" y1="34305" x2="29978" y2="54933"/>
                        <a14:foregroundMark x1="39374" y1="33184" x2="37136" y2="47982"/>
                        <a14:foregroundMark x1="39597" y1="25785" x2="39597" y2="25785"/>
                        <a14:foregroundMark x1="43848" y1="25785" x2="46756" y2="25785"/>
                        <a14:foregroundMark x1="67785" y1="22646" x2="67785" y2="22646"/>
                        <a14:foregroundMark x1="65996" y1="22197" x2="65996" y2="22197"/>
                        <a14:foregroundMark x1="65548" y1="20179" x2="65548" y2="20179"/>
                        <a14:foregroundMark x1="65324" y1="19283" x2="65324" y2="19283"/>
                        <a14:foregroundMark x1="77405" y1="27354" x2="77405" y2="27354"/>
                        <a14:foregroundMark x1="79195" y1="28475" x2="79195" y2="28475"/>
                        <a14:foregroundMark x1="72707" y1="34753" x2="74273" y2="38117"/>
                        <a14:foregroundMark x1="76286" y1="38565" x2="76957" y2="39013"/>
                        <a14:foregroundMark x1="72036" y1="45964" x2="72036" y2="45964"/>
                        <a14:foregroundMark x1="71588" y1="47309" x2="71588" y2="47309"/>
                        <a14:foregroundMark x1="76957" y1="47085" x2="76957" y2="47085"/>
                        <a14:foregroundMark x1="66219" y1="46188" x2="66219" y2="46188"/>
                        <a14:foregroundMark x1="71365" y1="40807" x2="75839" y2="45516"/>
                        <a14:foregroundMark x1="30201" y1="92377" x2="37136" y2="94619"/>
                        <a14:foregroundMark x1="60850" y1="27578" x2="62640" y2="30269"/>
                        <a14:foregroundMark x1="67114" y1="39686" x2="68680" y2="42825"/>
                        <a14:foregroundMark x1="87919" y1="55605" x2="90157" y2="54709"/>
                        <a14:foregroundMark x1="90604" y1="60090" x2="93289" y2="78027"/>
                        <a14:backgroundMark x1="9843" y1="34753" x2="9843" y2="34753"/>
                        <a14:backgroundMark x1="9172" y1="30045" x2="11186" y2="39686"/>
                        <a14:backgroundMark x1="9620" y1="39910" x2="12528" y2="41704"/>
                        <a14:backgroundMark x1="2685" y1="43946" x2="3132" y2="48879"/>
                        <a14:backgroundMark x1="4027" y1="43946" x2="2685" y2="49103"/>
                        <a14:backgroundMark x1="20134" y1="13229" x2="20134" y2="13229"/>
                        <a14:backgroundMark x1="17450" y1="12556" x2="20358" y2="13453"/>
                        <a14:backgroundMark x1="14989" y1="12332" x2="21700" y2="13004"/>
                        <a14:backgroundMark x1="64877" y1="11883" x2="68680" y2="13229"/>
                        <a14:backgroundMark x1="68456" y1="13677" x2="72707" y2="16592"/>
                        <a14:backgroundMark x1="69351" y1="15022" x2="72707" y2="17489"/>
                        <a14:backgroundMark x1="68009" y1="14350" x2="72483" y2="15247"/>
                        <a14:backgroundMark x1="66443" y1="10090" x2="67785" y2="8744"/>
                        <a14:backgroundMark x1="66219" y1="8520" x2="66219" y2="8520"/>
                        <a14:backgroundMark x1="66219" y1="8520" x2="66890" y2="8969"/>
                        <a14:backgroundMark x1="65548" y1="9417" x2="68233" y2="8744"/>
                        <a14:backgroundMark x1="65548" y1="8296" x2="67114" y2="8296"/>
                        <a14:backgroundMark x1="66443" y1="8296" x2="65996" y2="7848"/>
                        <a14:backgroundMark x1="97315" y1="70179" x2="97092" y2="75336"/>
                        <a14:backgroundMark x1="95749" y1="73991" x2="96868" y2="76457"/>
                        <a14:backgroundMark x1="50783" y1="98655" x2="54139" y2="98655"/>
                        <a14:backgroundMark x1="59060" y1="99103" x2="52349" y2="96861"/>
                        <a14:backgroundMark x1="57718" y1="98206" x2="59955" y2="99327"/>
                        <a14:backgroundMark x1="55481" y1="98430" x2="58837" y2="98206"/>
                        <a14:backgroundMark x1="55257" y1="97758" x2="57718" y2="97758"/>
                        <a14:backgroundMark x1="95078" y1="58520" x2="95302" y2="60090"/>
                      </a14:backgroundRemoval>
                    </a14:imgEffect>
                  </a14:imgLayer>
                </a14:imgProps>
              </a:ext>
              <a:ext uri="{28A0092B-C50C-407E-A947-70E740481C1C}">
                <a14:useLocalDpi xmlns:a14="http://schemas.microsoft.com/office/drawing/2010/main" val="0"/>
              </a:ext>
            </a:extLst>
          </a:blip>
          <a:stretch>
            <a:fillRect/>
          </a:stretch>
        </p:blipFill>
        <p:spPr>
          <a:xfrm>
            <a:off x="86218" y="0"/>
            <a:ext cx="1029074" cy="1026772"/>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99"/>
        <p:cNvGrpSpPr/>
        <p:nvPr/>
      </p:nvGrpSpPr>
      <p:grpSpPr>
        <a:xfrm>
          <a:off x="0" y="0"/>
          <a:ext cx="0" cy="0"/>
          <a:chOff x="0" y="0"/>
          <a:chExt cx="0" cy="0"/>
        </a:xfrm>
      </p:grpSpPr>
      <p:sp>
        <p:nvSpPr>
          <p:cNvPr id="300" name="Google Shape;300;p42"/>
          <p:cNvSpPr txBox="1">
            <a:spLocks noGrp="1"/>
          </p:cNvSpPr>
          <p:nvPr>
            <p:ph type="title"/>
          </p:nvPr>
        </p:nvSpPr>
        <p:spPr>
          <a:xfrm>
            <a:off x="2195624" y="1734150"/>
            <a:ext cx="4752900" cy="5514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Notre </a:t>
            </a:r>
            <a:r>
              <a:rPr lang="en">
                <a:solidFill>
                  <a:schemeClr val="lt1"/>
                </a:solidFill>
              </a:rPr>
              <a:t>Mission</a:t>
            </a:r>
            <a:endParaRPr>
              <a:solidFill>
                <a:schemeClr val="lt1"/>
              </a:solidFill>
            </a:endParaRPr>
          </a:p>
        </p:txBody>
      </p:sp>
      <p:sp>
        <p:nvSpPr>
          <p:cNvPr id="301" name="Google Shape;301;p42"/>
          <p:cNvSpPr txBox="1">
            <a:spLocks noGrp="1"/>
          </p:cNvSpPr>
          <p:nvPr>
            <p:ph type="subTitle" idx="1"/>
          </p:nvPr>
        </p:nvSpPr>
        <p:spPr>
          <a:xfrm>
            <a:off x="907212" y="2571750"/>
            <a:ext cx="7329575" cy="1203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Équipe R&amp;D More Than Conqueror — IGGLIA4 — ISPM Madagascar. Nous avons construit un pipeline ML complet pour un jeu de Morpion avec IA adaptative. Dataset généré : 2 423 états valides (Minimax + Alpha-Bêta). Modèles : Régression Logistique (baseline), Random Forest, XGBoost. Interface Tkinter : 3 modes jouables. GitHub : github.com/elidoeliazafy/Exam-Hackathon-ML</a:t>
            </a:r>
            <a:endParaRPr dirty="0"/>
          </a:p>
        </p:txBody>
      </p:sp>
      <p:grpSp>
        <p:nvGrpSpPr>
          <p:cNvPr id="302" name="Google Shape;302;p42"/>
          <p:cNvGrpSpPr/>
          <p:nvPr/>
        </p:nvGrpSpPr>
        <p:grpSpPr>
          <a:xfrm>
            <a:off x="3256200" y="2278725"/>
            <a:ext cx="2645325" cy="114325"/>
            <a:chOff x="5280500" y="3106700"/>
            <a:chExt cx="2645325" cy="114325"/>
          </a:xfrm>
        </p:grpSpPr>
        <p:sp>
          <p:nvSpPr>
            <p:cNvPr id="303" name="Google Shape;303;p42"/>
            <p:cNvSpPr/>
            <p:nvPr/>
          </p:nvSpPr>
          <p:spPr>
            <a:xfrm>
              <a:off x="5280500" y="3106725"/>
              <a:ext cx="24711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 name="Google Shape;304;p42"/>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2" name="Image 3">
            <a:extLst>
              <a:ext uri="{FF2B5EF4-FFF2-40B4-BE49-F238E27FC236}">
                <a16:creationId xmlns:a16="http://schemas.microsoft.com/office/drawing/2014/main" id="{C9544358-7566-344C-96CD-D86935739224}"/>
              </a:ext>
            </a:extLst>
          </p:cNvPr>
          <p:cNvPicPr>
            <a:picLocks noChangeAspect="1"/>
          </p:cNvPicPr>
          <p:nvPr/>
        </p:nvPicPr>
        <p:blipFill>
          <a:blip r:embed="rId3" cstate="print">
            <a:extLst>
              <a:ext uri="{BEBA8EAE-BF5A-486C-A8C5-ECC9F3942E4B}">
                <a14:imgProps xmlns:a14="http://schemas.microsoft.com/office/drawing/2010/main">
                  <a14:imgLayer r:embed="rId4">
                    <a14:imgEffect>
                      <a14:backgroundRemoval t="5157" b="94619" l="7383" r="93289">
                        <a14:foregroundMark x1="42506" y1="47085" x2="41834" y2="46413"/>
                        <a14:foregroundMark x1="34452" y1="14798" x2="24609" y2="58296"/>
                        <a14:foregroundMark x1="24609" y1="58296" x2="47875" y2="90359"/>
                        <a14:foregroundMark x1="47875" y1="90359" x2="87919" y2="81839"/>
                        <a14:foregroundMark x1="87919" y1="81839" x2="82774" y2="39910"/>
                        <a14:foregroundMark x1="65896" y1="7749" x2="64653" y2="5381"/>
                        <a14:foregroundMark x1="82774" y1="39910" x2="71569" y2="18559"/>
                        <a14:foregroundMark x1="64653" y1="5381" x2="21587" y2="13172"/>
                        <a14:foregroundMark x1="9398" y1="44139" x2="7383" y2="50673"/>
                        <a14:foregroundMark x1="17943" y1="16431" x2="13336" y2="31368"/>
                        <a14:foregroundMark x1="7383" y1="50673" x2="7383" y2="51121"/>
                        <a14:foregroundMark x1="65128" y1="5192" x2="67338" y2="5157"/>
                        <a14:foregroundMark x1="38702" y1="5605" x2="64873" y2="5196"/>
                        <a14:foregroundMark x1="58166" y1="14798" x2="51902" y2="43274"/>
                        <a14:foregroundMark x1="55034" y1="19731" x2="49217" y2="41704"/>
                        <a14:foregroundMark x1="53691" y1="16143" x2="38479" y2="52691"/>
                        <a14:foregroundMark x1="38479" y1="52691" x2="47651" y2="53812"/>
                        <a14:foregroundMark x1="60403" y1="54484" x2="52573" y2="52242"/>
                        <a14:foregroundMark x1="48098" y1="51121" x2="38926" y2="61435"/>
                        <a14:foregroundMark x1="42729" y1="53587" x2="31767" y2="55381"/>
                        <a14:foregroundMark x1="46980" y1="64350" x2="49441" y2="65022"/>
                        <a14:foregroundMark x1="38926" y1="65471" x2="47651" y2="67713"/>
                        <a14:foregroundMark x1="47651" y1="67713" x2="47651" y2="67713"/>
                        <a14:foregroundMark x1="41387" y1="66592" x2="59508" y2="62108"/>
                        <a14:foregroundMark x1="67338" y1="55830" x2="55928" y2="67937"/>
                        <a14:foregroundMark x1="65996" y1="52466" x2="59060" y2="59641"/>
                        <a14:foregroundMark x1="62640" y1="41256" x2="68009" y2="60762"/>
                        <a14:foregroundMark x1="70022" y1="51794" x2="69575" y2="60314"/>
                        <a14:foregroundMark x1="66890" y1="32511" x2="60626" y2="43498"/>
                        <a14:foregroundMark x1="52796" y1="29596" x2="61074" y2="43274"/>
                        <a14:foregroundMark x1="27293" y1="37444" x2="24832" y2="47982"/>
                        <a14:foregroundMark x1="21477" y1="34753" x2="25503" y2="51570"/>
                        <a14:foregroundMark x1="20805" y1="47982" x2="23490" y2="51570"/>
                        <a14:foregroundMark x1="30872" y1="34305" x2="29978" y2="54933"/>
                        <a14:foregroundMark x1="39374" y1="33184" x2="37136" y2="47982"/>
                        <a14:foregroundMark x1="39597" y1="25785" x2="39597" y2="25785"/>
                        <a14:foregroundMark x1="43848" y1="25785" x2="46756" y2="25785"/>
                        <a14:foregroundMark x1="67785" y1="22646" x2="67785" y2="22646"/>
                        <a14:foregroundMark x1="65996" y1="22197" x2="65996" y2="22197"/>
                        <a14:foregroundMark x1="65548" y1="20179" x2="65548" y2="20179"/>
                        <a14:foregroundMark x1="65324" y1="19283" x2="65324" y2="19283"/>
                        <a14:foregroundMark x1="77405" y1="27354" x2="77405" y2="27354"/>
                        <a14:foregroundMark x1="79195" y1="28475" x2="79195" y2="28475"/>
                        <a14:foregroundMark x1="72707" y1="34753" x2="74273" y2="38117"/>
                        <a14:foregroundMark x1="76286" y1="38565" x2="76957" y2="39013"/>
                        <a14:foregroundMark x1="72036" y1="45964" x2="72036" y2="45964"/>
                        <a14:foregroundMark x1="71588" y1="47309" x2="71588" y2="47309"/>
                        <a14:foregroundMark x1="76957" y1="47085" x2="76957" y2="47085"/>
                        <a14:foregroundMark x1="66219" y1="46188" x2="66219" y2="46188"/>
                        <a14:foregroundMark x1="71365" y1="40807" x2="75839" y2="45516"/>
                        <a14:foregroundMark x1="30201" y1="92377" x2="37136" y2="94619"/>
                        <a14:foregroundMark x1="60850" y1="27578" x2="62640" y2="30269"/>
                        <a14:foregroundMark x1="67114" y1="39686" x2="68680" y2="42825"/>
                        <a14:foregroundMark x1="87919" y1="55605" x2="90157" y2="54709"/>
                        <a14:foregroundMark x1="90604" y1="60090" x2="93289" y2="78027"/>
                        <a14:backgroundMark x1="9843" y1="34753" x2="9843" y2="34753"/>
                        <a14:backgroundMark x1="9172" y1="30045" x2="11186" y2="39686"/>
                        <a14:backgroundMark x1="9620" y1="39910" x2="12528" y2="41704"/>
                        <a14:backgroundMark x1="2685" y1="43946" x2="3132" y2="48879"/>
                        <a14:backgroundMark x1="4027" y1="43946" x2="2685" y2="49103"/>
                        <a14:backgroundMark x1="20134" y1="13229" x2="20134" y2="13229"/>
                        <a14:backgroundMark x1="17450" y1="12556" x2="20358" y2="13453"/>
                        <a14:backgroundMark x1="14989" y1="12332" x2="21700" y2="13004"/>
                        <a14:backgroundMark x1="64877" y1="11883" x2="68680" y2="13229"/>
                        <a14:backgroundMark x1="68456" y1="13677" x2="72707" y2="16592"/>
                        <a14:backgroundMark x1="69351" y1="15022" x2="72707" y2="17489"/>
                        <a14:backgroundMark x1="68009" y1="14350" x2="72483" y2="15247"/>
                        <a14:backgroundMark x1="66443" y1="10090" x2="67785" y2="8744"/>
                        <a14:backgroundMark x1="66219" y1="8520" x2="66219" y2="8520"/>
                        <a14:backgroundMark x1="66219" y1="8520" x2="66890" y2="8969"/>
                        <a14:backgroundMark x1="65548" y1="9417" x2="68233" y2="8744"/>
                        <a14:backgroundMark x1="65548" y1="8296" x2="67114" y2="8296"/>
                        <a14:backgroundMark x1="66443" y1="8296" x2="65996" y2="7848"/>
                        <a14:backgroundMark x1="97315" y1="70179" x2="97092" y2="75336"/>
                        <a14:backgroundMark x1="95749" y1="73991" x2="96868" y2="76457"/>
                        <a14:backgroundMark x1="50783" y1="98655" x2="54139" y2="98655"/>
                        <a14:backgroundMark x1="59060" y1="99103" x2="52349" y2="96861"/>
                        <a14:backgroundMark x1="57718" y1="98206" x2="59955" y2="99327"/>
                        <a14:backgroundMark x1="55481" y1="98430" x2="58837" y2="98206"/>
                        <a14:backgroundMark x1="55257" y1="97758" x2="57718" y2="97758"/>
                        <a14:backgroundMark x1="95078" y1="58520" x2="95302" y2="60090"/>
                      </a14:backgroundRemoval>
                    </a14:imgEffect>
                  </a14:imgLayer>
                </a14:imgProps>
              </a:ext>
              <a:ext uri="{28A0092B-C50C-407E-A947-70E740481C1C}">
                <a14:useLocalDpi xmlns:a14="http://schemas.microsoft.com/office/drawing/2010/main" val="0"/>
              </a:ext>
            </a:extLst>
          </a:blip>
          <a:stretch>
            <a:fillRect/>
          </a:stretch>
        </p:blipFill>
        <p:spPr>
          <a:xfrm>
            <a:off x="120854" y="0"/>
            <a:ext cx="1029074" cy="1026772"/>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75"/>
        <p:cNvGrpSpPr/>
        <p:nvPr/>
      </p:nvGrpSpPr>
      <p:grpSpPr>
        <a:xfrm>
          <a:off x="0" y="0"/>
          <a:ext cx="0" cy="0"/>
          <a:chOff x="0" y="0"/>
          <a:chExt cx="0" cy="0"/>
        </a:xfrm>
      </p:grpSpPr>
      <p:sp>
        <p:nvSpPr>
          <p:cNvPr id="276" name="Google Shape;276;p40"/>
          <p:cNvSpPr txBox="1">
            <a:spLocks noGrp="1"/>
          </p:cNvSpPr>
          <p:nvPr>
            <p:ph type="title"/>
          </p:nvPr>
        </p:nvSpPr>
        <p:spPr>
          <a:xfrm>
            <a:off x="4764075" y="2392025"/>
            <a:ext cx="2083500" cy="5610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DATASET</a:t>
            </a:r>
            <a:endParaRPr/>
          </a:p>
        </p:txBody>
      </p:sp>
      <p:sp>
        <p:nvSpPr>
          <p:cNvPr id="277" name="Google Shape;277;p40"/>
          <p:cNvSpPr txBox="1">
            <a:spLocks noGrp="1"/>
          </p:cNvSpPr>
          <p:nvPr>
            <p:ph type="body" idx="1"/>
          </p:nvPr>
        </p:nvSpPr>
        <p:spPr>
          <a:xfrm>
            <a:off x="4764075" y="3207300"/>
            <a:ext cx="2732100" cy="657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Génération &amp; Encodage du Plateau</a:t>
            </a:r>
            <a:endParaRPr/>
          </a:p>
        </p:txBody>
      </p:sp>
      <p:sp>
        <p:nvSpPr>
          <p:cNvPr id="278" name="Google Shape;278;p40"/>
          <p:cNvSpPr txBox="1">
            <a:spLocks noGrp="1"/>
          </p:cNvSpPr>
          <p:nvPr>
            <p:ph type="title" idx="2"/>
          </p:nvPr>
        </p:nvSpPr>
        <p:spPr>
          <a:xfrm>
            <a:off x="4879875" y="1534825"/>
            <a:ext cx="1061400" cy="719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02</a:t>
            </a:r>
            <a:endParaRPr/>
          </a:p>
        </p:txBody>
      </p:sp>
      <p:grpSp>
        <p:nvGrpSpPr>
          <p:cNvPr id="279" name="Google Shape;279;p40"/>
          <p:cNvGrpSpPr/>
          <p:nvPr/>
        </p:nvGrpSpPr>
        <p:grpSpPr>
          <a:xfrm>
            <a:off x="4879875" y="3023000"/>
            <a:ext cx="1708788" cy="114325"/>
            <a:chOff x="6217037" y="3106700"/>
            <a:chExt cx="1708788" cy="114325"/>
          </a:xfrm>
        </p:grpSpPr>
        <p:sp>
          <p:nvSpPr>
            <p:cNvPr id="280" name="Google Shape;280;p40"/>
            <p:cNvSpPr/>
            <p:nvPr/>
          </p:nvSpPr>
          <p:spPr>
            <a:xfrm>
              <a:off x="6217037" y="3106725"/>
              <a:ext cx="15345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 name="Google Shape;281;p40"/>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2" name="Image 3">
            <a:extLst>
              <a:ext uri="{FF2B5EF4-FFF2-40B4-BE49-F238E27FC236}">
                <a16:creationId xmlns:a16="http://schemas.microsoft.com/office/drawing/2014/main" id="{6CB796E8-2BA8-D843-FCB7-2699A103AF4C}"/>
              </a:ext>
            </a:extLst>
          </p:cNvPr>
          <p:cNvPicPr>
            <a:picLocks noChangeAspect="1"/>
          </p:cNvPicPr>
          <p:nvPr/>
        </p:nvPicPr>
        <p:blipFill>
          <a:blip r:embed="rId2" cstate="print">
            <a:extLst>
              <a:ext uri="{BEBA8EAE-BF5A-486C-A8C5-ECC9F3942E4B}">
                <a14:imgProps xmlns:a14="http://schemas.microsoft.com/office/drawing/2010/main">
                  <a14:imgLayer r:embed="rId3">
                    <a14:imgEffect>
                      <a14:backgroundRemoval t="5157" b="94619" l="7383" r="93289">
                        <a14:foregroundMark x1="42506" y1="47085" x2="41834" y2="46413"/>
                        <a14:foregroundMark x1="34452" y1="14798" x2="24609" y2="58296"/>
                        <a14:foregroundMark x1="24609" y1="58296" x2="47875" y2="90359"/>
                        <a14:foregroundMark x1="47875" y1="90359" x2="87919" y2="81839"/>
                        <a14:foregroundMark x1="87919" y1="81839" x2="82774" y2="39910"/>
                        <a14:foregroundMark x1="65896" y1="7749" x2="64653" y2="5381"/>
                        <a14:foregroundMark x1="82774" y1="39910" x2="71569" y2="18559"/>
                        <a14:foregroundMark x1="64653" y1="5381" x2="21587" y2="13172"/>
                        <a14:foregroundMark x1="9398" y1="44139" x2="7383" y2="50673"/>
                        <a14:foregroundMark x1="17943" y1="16431" x2="13336" y2="31368"/>
                        <a14:foregroundMark x1="7383" y1="50673" x2="7383" y2="51121"/>
                        <a14:foregroundMark x1="65128" y1="5192" x2="67338" y2="5157"/>
                        <a14:foregroundMark x1="38702" y1="5605" x2="64873" y2="5196"/>
                        <a14:foregroundMark x1="58166" y1="14798" x2="51902" y2="43274"/>
                        <a14:foregroundMark x1="55034" y1="19731" x2="49217" y2="41704"/>
                        <a14:foregroundMark x1="53691" y1="16143" x2="38479" y2="52691"/>
                        <a14:foregroundMark x1="38479" y1="52691" x2="47651" y2="53812"/>
                        <a14:foregroundMark x1="60403" y1="54484" x2="52573" y2="52242"/>
                        <a14:foregroundMark x1="48098" y1="51121" x2="38926" y2="61435"/>
                        <a14:foregroundMark x1="42729" y1="53587" x2="31767" y2="55381"/>
                        <a14:foregroundMark x1="46980" y1="64350" x2="49441" y2="65022"/>
                        <a14:foregroundMark x1="38926" y1="65471" x2="47651" y2="67713"/>
                        <a14:foregroundMark x1="47651" y1="67713" x2="47651" y2="67713"/>
                        <a14:foregroundMark x1="41387" y1="66592" x2="59508" y2="62108"/>
                        <a14:foregroundMark x1="67338" y1="55830" x2="55928" y2="67937"/>
                        <a14:foregroundMark x1="65996" y1="52466" x2="59060" y2="59641"/>
                        <a14:foregroundMark x1="62640" y1="41256" x2="68009" y2="60762"/>
                        <a14:foregroundMark x1="70022" y1="51794" x2="69575" y2="60314"/>
                        <a14:foregroundMark x1="66890" y1="32511" x2="60626" y2="43498"/>
                        <a14:foregroundMark x1="52796" y1="29596" x2="61074" y2="43274"/>
                        <a14:foregroundMark x1="27293" y1="37444" x2="24832" y2="47982"/>
                        <a14:foregroundMark x1="21477" y1="34753" x2="25503" y2="51570"/>
                        <a14:foregroundMark x1="20805" y1="47982" x2="23490" y2="51570"/>
                        <a14:foregroundMark x1="30872" y1="34305" x2="29978" y2="54933"/>
                        <a14:foregroundMark x1="39374" y1="33184" x2="37136" y2="47982"/>
                        <a14:foregroundMark x1="39597" y1="25785" x2="39597" y2="25785"/>
                        <a14:foregroundMark x1="43848" y1="25785" x2="46756" y2="25785"/>
                        <a14:foregroundMark x1="67785" y1="22646" x2="67785" y2="22646"/>
                        <a14:foregroundMark x1="65996" y1="22197" x2="65996" y2="22197"/>
                        <a14:foregroundMark x1="65548" y1="20179" x2="65548" y2="20179"/>
                        <a14:foregroundMark x1="65324" y1="19283" x2="65324" y2="19283"/>
                        <a14:foregroundMark x1="77405" y1="27354" x2="77405" y2="27354"/>
                        <a14:foregroundMark x1="79195" y1="28475" x2="79195" y2="28475"/>
                        <a14:foregroundMark x1="72707" y1="34753" x2="74273" y2="38117"/>
                        <a14:foregroundMark x1="76286" y1="38565" x2="76957" y2="39013"/>
                        <a14:foregroundMark x1="72036" y1="45964" x2="72036" y2="45964"/>
                        <a14:foregroundMark x1="71588" y1="47309" x2="71588" y2="47309"/>
                        <a14:foregroundMark x1="76957" y1="47085" x2="76957" y2="47085"/>
                        <a14:foregroundMark x1="66219" y1="46188" x2="66219" y2="46188"/>
                        <a14:foregroundMark x1="71365" y1="40807" x2="75839" y2="45516"/>
                        <a14:foregroundMark x1="30201" y1="92377" x2="37136" y2="94619"/>
                        <a14:foregroundMark x1="60850" y1="27578" x2="62640" y2="30269"/>
                        <a14:foregroundMark x1="67114" y1="39686" x2="68680" y2="42825"/>
                        <a14:foregroundMark x1="87919" y1="55605" x2="90157" y2="54709"/>
                        <a14:foregroundMark x1="90604" y1="60090" x2="93289" y2="78027"/>
                        <a14:backgroundMark x1="9843" y1="34753" x2="9843" y2="34753"/>
                        <a14:backgroundMark x1="9172" y1="30045" x2="11186" y2="39686"/>
                        <a14:backgroundMark x1="9620" y1="39910" x2="12528" y2="41704"/>
                        <a14:backgroundMark x1="2685" y1="43946" x2="3132" y2="48879"/>
                        <a14:backgroundMark x1="4027" y1="43946" x2="2685" y2="49103"/>
                        <a14:backgroundMark x1="20134" y1="13229" x2="20134" y2="13229"/>
                        <a14:backgroundMark x1="17450" y1="12556" x2="20358" y2="13453"/>
                        <a14:backgroundMark x1="14989" y1="12332" x2="21700" y2="13004"/>
                        <a14:backgroundMark x1="64877" y1="11883" x2="68680" y2="13229"/>
                        <a14:backgroundMark x1="68456" y1="13677" x2="72707" y2="16592"/>
                        <a14:backgroundMark x1="69351" y1="15022" x2="72707" y2="17489"/>
                        <a14:backgroundMark x1="68009" y1="14350" x2="72483" y2="15247"/>
                        <a14:backgroundMark x1="66443" y1="10090" x2="67785" y2="8744"/>
                        <a14:backgroundMark x1="66219" y1="8520" x2="66219" y2="8520"/>
                        <a14:backgroundMark x1="66219" y1="8520" x2="66890" y2="8969"/>
                        <a14:backgroundMark x1="65548" y1="9417" x2="68233" y2="8744"/>
                        <a14:backgroundMark x1="65548" y1="8296" x2="67114" y2="8296"/>
                        <a14:backgroundMark x1="66443" y1="8296" x2="65996" y2="7848"/>
                        <a14:backgroundMark x1="97315" y1="70179" x2="97092" y2="75336"/>
                        <a14:backgroundMark x1="95749" y1="73991" x2="96868" y2="76457"/>
                        <a14:backgroundMark x1="50783" y1="98655" x2="54139" y2="98655"/>
                        <a14:backgroundMark x1="59060" y1="99103" x2="52349" y2="96861"/>
                        <a14:backgroundMark x1="57718" y1="98206" x2="59955" y2="99327"/>
                        <a14:backgroundMark x1="55481" y1="98430" x2="58837" y2="98206"/>
                        <a14:backgroundMark x1="55257" y1="97758" x2="57718" y2="97758"/>
                        <a14:backgroundMark x1="95078" y1="58520" x2="95302" y2="60090"/>
                      </a14:backgroundRemoval>
                    </a14:imgEffect>
                  </a14:imgLayer>
                </a14:imgProps>
              </a:ext>
              <a:ext uri="{28A0092B-C50C-407E-A947-70E740481C1C}">
                <a14:useLocalDpi xmlns:a14="http://schemas.microsoft.com/office/drawing/2010/main" val="0"/>
              </a:ext>
            </a:extLst>
          </a:blip>
          <a:stretch>
            <a:fillRect/>
          </a:stretch>
        </p:blipFill>
        <p:spPr>
          <a:xfrm>
            <a:off x="120854" y="0"/>
            <a:ext cx="1029074" cy="1026772"/>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85"/>
        <p:cNvGrpSpPr/>
        <p:nvPr/>
      </p:nvGrpSpPr>
      <p:grpSpPr>
        <a:xfrm>
          <a:off x="0" y="0"/>
          <a:ext cx="0" cy="0"/>
          <a:chOff x="0" y="0"/>
          <a:chExt cx="0" cy="0"/>
        </a:xfrm>
      </p:grpSpPr>
      <p:sp>
        <p:nvSpPr>
          <p:cNvPr id="286" name="Google Shape;286;p41"/>
          <p:cNvSpPr txBox="1">
            <a:spLocks noGrp="1"/>
          </p:cNvSpPr>
          <p:nvPr>
            <p:ph type="title"/>
          </p:nvPr>
        </p:nvSpPr>
        <p:spPr>
          <a:xfrm flipH="1">
            <a:off x="720000" y="540000"/>
            <a:ext cx="7704000" cy="47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dk1"/>
                </a:solidFill>
              </a:rPr>
              <a:t>Génération du </a:t>
            </a:r>
            <a:r>
              <a:rPr lang="en">
                <a:solidFill>
                  <a:schemeClr val="lt1"/>
                </a:solidFill>
              </a:rPr>
              <a:t>Dataset</a:t>
            </a:r>
            <a:endParaRPr>
              <a:solidFill>
                <a:schemeClr val="lt1"/>
              </a:solidFill>
            </a:endParaRPr>
          </a:p>
        </p:txBody>
      </p:sp>
      <p:sp>
        <p:nvSpPr>
          <p:cNvPr id="287" name="Google Shape;287;p41"/>
          <p:cNvSpPr txBox="1">
            <a:spLocks noGrp="1"/>
          </p:cNvSpPr>
          <p:nvPr>
            <p:ph type="subTitle" idx="1"/>
          </p:nvPr>
        </p:nvSpPr>
        <p:spPr>
          <a:xfrm>
            <a:off x="595745" y="2899459"/>
            <a:ext cx="2948603" cy="101638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Algorithme Minimax + AlphaBeta pour labelliser chaque état : X gagne, O gagne ou Nulle — jeu parfait</a:t>
            </a:r>
            <a:endParaRPr dirty="0"/>
          </a:p>
        </p:txBody>
      </p:sp>
      <p:sp>
        <p:nvSpPr>
          <p:cNvPr id="288" name="Google Shape;288;p41"/>
          <p:cNvSpPr txBox="1">
            <a:spLocks noGrp="1"/>
          </p:cNvSpPr>
          <p:nvPr>
            <p:ph type="subTitle" idx="3"/>
          </p:nvPr>
        </p:nvSpPr>
        <p:spPr>
          <a:xfrm>
            <a:off x="3461019" y="2883675"/>
            <a:ext cx="2662690" cy="776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18 features binaires : c0_x, c0_o … c8_x, c8_o.Case vide → ci_x=0, ci_o=0 | X occupe → ci_x=1 | O occupe → ci_o=1</a:t>
            </a:r>
            <a:endParaRPr dirty="0"/>
          </a:p>
        </p:txBody>
      </p:sp>
      <p:sp>
        <p:nvSpPr>
          <p:cNvPr id="289" name="Google Shape;289;p41"/>
          <p:cNvSpPr txBox="1">
            <a:spLocks noGrp="1"/>
          </p:cNvSpPr>
          <p:nvPr>
            <p:ph type="subTitle" idx="2"/>
          </p:nvPr>
        </p:nvSpPr>
        <p:spPr>
          <a:xfrm>
            <a:off x="6035921" y="2903318"/>
            <a:ext cx="2512334" cy="776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dirty="0"/>
              <a:t>Cibles : x_wins et is_draw. Export pandas → dataset.csv</a:t>
            </a:r>
            <a:endParaRPr dirty="0"/>
          </a:p>
        </p:txBody>
      </p:sp>
      <p:sp>
        <p:nvSpPr>
          <p:cNvPr id="290" name="Google Shape;290;p41"/>
          <p:cNvSpPr txBox="1">
            <a:spLocks noGrp="1"/>
          </p:cNvSpPr>
          <p:nvPr>
            <p:ph type="subTitle" idx="4"/>
          </p:nvPr>
        </p:nvSpPr>
        <p:spPr>
          <a:xfrm>
            <a:off x="948475" y="2533775"/>
            <a:ext cx="2221800" cy="47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MINIMAX</a:t>
            </a:r>
            <a:endParaRPr/>
          </a:p>
        </p:txBody>
      </p:sp>
      <p:sp>
        <p:nvSpPr>
          <p:cNvPr id="291" name="Google Shape;291;p41"/>
          <p:cNvSpPr txBox="1">
            <a:spLocks noGrp="1"/>
          </p:cNvSpPr>
          <p:nvPr>
            <p:ph type="subTitle" idx="5"/>
          </p:nvPr>
        </p:nvSpPr>
        <p:spPr>
          <a:xfrm>
            <a:off x="3461019" y="2533775"/>
            <a:ext cx="2221800" cy="47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t>ENCODAGE</a:t>
            </a:r>
            <a:endParaRPr/>
          </a:p>
        </p:txBody>
      </p:sp>
      <p:sp>
        <p:nvSpPr>
          <p:cNvPr id="292" name="Google Shape;292;p41"/>
          <p:cNvSpPr txBox="1">
            <a:spLocks noGrp="1"/>
          </p:cNvSpPr>
          <p:nvPr>
            <p:ph type="subTitle" idx="6"/>
          </p:nvPr>
        </p:nvSpPr>
        <p:spPr>
          <a:xfrm>
            <a:off x="5973577" y="2533775"/>
            <a:ext cx="2221800" cy="47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STRUCTURE</a:t>
            </a:r>
            <a:endParaRPr/>
          </a:p>
        </p:txBody>
      </p:sp>
      <p:grpSp>
        <p:nvGrpSpPr>
          <p:cNvPr id="293" name="Google Shape;293;p41"/>
          <p:cNvGrpSpPr/>
          <p:nvPr/>
        </p:nvGrpSpPr>
        <p:grpSpPr>
          <a:xfrm>
            <a:off x="713150" y="1090100"/>
            <a:ext cx="7717800" cy="114325"/>
            <a:chOff x="208025" y="3106700"/>
            <a:chExt cx="7717800" cy="114325"/>
          </a:xfrm>
        </p:grpSpPr>
        <p:sp>
          <p:nvSpPr>
            <p:cNvPr id="294" name="Google Shape;294;p41"/>
            <p:cNvSpPr/>
            <p:nvPr/>
          </p:nvSpPr>
          <p:spPr>
            <a:xfrm>
              <a:off x="208025" y="3106725"/>
              <a:ext cx="75435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 name="Google Shape;295;p41"/>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2" name="Image 3">
            <a:extLst>
              <a:ext uri="{FF2B5EF4-FFF2-40B4-BE49-F238E27FC236}">
                <a16:creationId xmlns:a16="http://schemas.microsoft.com/office/drawing/2014/main" id="{CA3F9FA9-092E-C238-0F96-B9337EF0D265}"/>
              </a:ext>
            </a:extLst>
          </p:cNvPr>
          <p:cNvPicPr>
            <a:picLocks noChangeAspect="1"/>
          </p:cNvPicPr>
          <p:nvPr/>
        </p:nvPicPr>
        <p:blipFill>
          <a:blip r:embed="rId3" cstate="print">
            <a:extLst>
              <a:ext uri="{BEBA8EAE-BF5A-486C-A8C5-ECC9F3942E4B}">
                <a14:imgProps xmlns:a14="http://schemas.microsoft.com/office/drawing/2010/main">
                  <a14:imgLayer r:embed="rId4">
                    <a14:imgEffect>
                      <a14:backgroundRemoval t="5157" b="94619" l="7383" r="93289">
                        <a14:foregroundMark x1="42506" y1="47085" x2="41834" y2="46413"/>
                        <a14:foregroundMark x1="34452" y1="14798" x2="24609" y2="58296"/>
                        <a14:foregroundMark x1="24609" y1="58296" x2="47875" y2="90359"/>
                        <a14:foregroundMark x1="47875" y1="90359" x2="87919" y2="81839"/>
                        <a14:foregroundMark x1="87919" y1="81839" x2="82774" y2="39910"/>
                        <a14:foregroundMark x1="65896" y1="7749" x2="64653" y2="5381"/>
                        <a14:foregroundMark x1="82774" y1="39910" x2="71569" y2="18559"/>
                        <a14:foregroundMark x1="64653" y1="5381" x2="21587" y2="13172"/>
                        <a14:foregroundMark x1="9398" y1="44139" x2="7383" y2="50673"/>
                        <a14:foregroundMark x1="17943" y1="16431" x2="13336" y2="31368"/>
                        <a14:foregroundMark x1="7383" y1="50673" x2="7383" y2="51121"/>
                        <a14:foregroundMark x1="65128" y1="5192" x2="67338" y2="5157"/>
                        <a14:foregroundMark x1="38702" y1="5605" x2="64873" y2="5196"/>
                        <a14:foregroundMark x1="58166" y1="14798" x2="51902" y2="43274"/>
                        <a14:foregroundMark x1="55034" y1="19731" x2="49217" y2="41704"/>
                        <a14:foregroundMark x1="53691" y1="16143" x2="38479" y2="52691"/>
                        <a14:foregroundMark x1="38479" y1="52691" x2="47651" y2="53812"/>
                        <a14:foregroundMark x1="60403" y1="54484" x2="52573" y2="52242"/>
                        <a14:foregroundMark x1="48098" y1="51121" x2="38926" y2="61435"/>
                        <a14:foregroundMark x1="42729" y1="53587" x2="31767" y2="55381"/>
                        <a14:foregroundMark x1="46980" y1="64350" x2="49441" y2="65022"/>
                        <a14:foregroundMark x1="38926" y1="65471" x2="47651" y2="67713"/>
                        <a14:foregroundMark x1="47651" y1="67713" x2="47651" y2="67713"/>
                        <a14:foregroundMark x1="41387" y1="66592" x2="59508" y2="62108"/>
                        <a14:foregroundMark x1="67338" y1="55830" x2="55928" y2="67937"/>
                        <a14:foregroundMark x1="65996" y1="52466" x2="59060" y2="59641"/>
                        <a14:foregroundMark x1="62640" y1="41256" x2="68009" y2="60762"/>
                        <a14:foregroundMark x1="70022" y1="51794" x2="69575" y2="60314"/>
                        <a14:foregroundMark x1="66890" y1="32511" x2="60626" y2="43498"/>
                        <a14:foregroundMark x1="52796" y1="29596" x2="61074" y2="43274"/>
                        <a14:foregroundMark x1="27293" y1="37444" x2="24832" y2="47982"/>
                        <a14:foregroundMark x1="21477" y1="34753" x2="25503" y2="51570"/>
                        <a14:foregroundMark x1="20805" y1="47982" x2="23490" y2="51570"/>
                        <a14:foregroundMark x1="30872" y1="34305" x2="29978" y2="54933"/>
                        <a14:foregroundMark x1="39374" y1="33184" x2="37136" y2="47982"/>
                        <a14:foregroundMark x1="39597" y1="25785" x2="39597" y2="25785"/>
                        <a14:foregroundMark x1="43848" y1="25785" x2="46756" y2="25785"/>
                        <a14:foregroundMark x1="67785" y1="22646" x2="67785" y2="22646"/>
                        <a14:foregroundMark x1="65996" y1="22197" x2="65996" y2="22197"/>
                        <a14:foregroundMark x1="65548" y1="20179" x2="65548" y2="20179"/>
                        <a14:foregroundMark x1="65324" y1="19283" x2="65324" y2="19283"/>
                        <a14:foregroundMark x1="77405" y1="27354" x2="77405" y2="27354"/>
                        <a14:foregroundMark x1="79195" y1="28475" x2="79195" y2="28475"/>
                        <a14:foregroundMark x1="72707" y1="34753" x2="74273" y2="38117"/>
                        <a14:foregroundMark x1="76286" y1="38565" x2="76957" y2="39013"/>
                        <a14:foregroundMark x1="72036" y1="45964" x2="72036" y2="45964"/>
                        <a14:foregroundMark x1="71588" y1="47309" x2="71588" y2="47309"/>
                        <a14:foregroundMark x1="76957" y1="47085" x2="76957" y2="47085"/>
                        <a14:foregroundMark x1="66219" y1="46188" x2="66219" y2="46188"/>
                        <a14:foregroundMark x1="71365" y1="40807" x2="75839" y2="45516"/>
                        <a14:foregroundMark x1="30201" y1="92377" x2="37136" y2="94619"/>
                        <a14:foregroundMark x1="60850" y1="27578" x2="62640" y2="30269"/>
                        <a14:foregroundMark x1="67114" y1="39686" x2="68680" y2="42825"/>
                        <a14:foregroundMark x1="87919" y1="55605" x2="90157" y2="54709"/>
                        <a14:foregroundMark x1="90604" y1="60090" x2="93289" y2="78027"/>
                        <a14:backgroundMark x1="9843" y1="34753" x2="9843" y2="34753"/>
                        <a14:backgroundMark x1="9172" y1="30045" x2="11186" y2="39686"/>
                        <a14:backgroundMark x1="9620" y1="39910" x2="12528" y2="41704"/>
                        <a14:backgroundMark x1="2685" y1="43946" x2="3132" y2="48879"/>
                        <a14:backgroundMark x1="4027" y1="43946" x2="2685" y2="49103"/>
                        <a14:backgroundMark x1="20134" y1="13229" x2="20134" y2="13229"/>
                        <a14:backgroundMark x1="17450" y1="12556" x2="20358" y2="13453"/>
                        <a14:backgroundMark x1="14989" y1="12332" x2="21700" y2="13004"/>
                        <a14:backgroundMark x1="64877" y1="11883" x2="68680" y2="13229"/>
                        <a14:backgroundMark x1="68456" y1="13677" x2="72707" y2="16592"/>
                        <a14:backgroundMark x1="69351" y1="15022" x2="72707" y2="17489"/>
                        <a14:backgroundMark x1="68009" y1="14350" x2="72483" y2="15247"/>
                        <a14:backgroundMark x1="66443" y1="10090" x2="67785" y2="8744"/>
                        <a14:backgroundMark x1="66219" y1="8520" x2="66219" y2="8520"/>
                        <a14:backgroundMark x1="66219" y1="8520" x2="66890" y2="8969"/>
                        <a14:backgroundMark x1="65548" y1="9417" x2="68233" y2="8744"/>
                        <a14:backgroundMark x1="65548" y1="8296" x2="67114" y2="8296"/>
                        <a14:backgroundMark x1="66443" y1="8296" x2="65996" y2="7848"/>
                        <a14:backgroundMark x1="97315" y1="70179" x2="97092" y2="75336"/>
                        <a14:backgroundMark x1="95749" y1="73991" x2="96868" y2="76457"/>
                        <a14:backgroundMark x1="50783" y1="98655" x2="54139" y2="98655"/>
                        <a14:backgroundMark x1="59060" y1="99103" x2="52349" y2="96861"/>
                        <a14:backgroundMark x1="57718" y1="98206" x2="59955" y2="99327"/>
                        <a14:backgroundMark x1="55481" y1="98430" x2="58837" y2="98206"/>
                        <a14:backgroundMark x1="55257" y1="97758" x2="57718" y2="97758"/>
                        <a14:backgroundMark x1="95078" y1="58520" x2="95302" y2="60090"/>
                      </a14:backgroundRemoval>
                    </a14:imgEffect>
                  </a14:imgLayer>
                </a14:imgProps>
              </a:ext>
              <a:ext uri="{28A0092B-C50C-407E-A947-70E740481C1C}">
                <a14:useLocalDpi xmlns:a14="http://schemas.microsoft.com/office/drawing/2010/main" val="0"/>
              </a:ext>
            </a:extLst>
          </a:blip>
          <a:stretch>
            <a:fillRect/>
          </a:stretch>
        </p:blipFill>
        <p:spPr>
          <a:xfrm>
            <a:off x="7983309" y="63328"/>
            <a:ext cx="1029074" cy="1026772"/>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75"/>
        <p:cNvGrpSpPr/>
        <p:nvPr/>
      </p:nvGrpSpPr>
      <p:grpSpPr>
        <a:xfrm>
          <a:off x="0" y="0"/>
          <a:ext cx="0" cy="0"/>
          <a:chOff x="0" y="0"/>
          <a:chExt cx="0" cy="0"/>
        </a:xfrm>
      </p:grpSpPr>
      <p:sp>
        <p:nvSpPr>
          <p:cNvPr id="276" name="Google Shape;276;p40"/>
          <p:cNvSpPr txBox="1">
            <a:spLocks noGrp="1"/>
          </p:cNvSpPr>
          <p:nvPr>
            <p:ph type="title"/>
          </p:nvPr>
        </p:nvSpPr>
        <p:spPr>
          <a:xfrm>
            <a:off x="4764075" y="2392025"/>
            <a:ext cx="2083500" cy="5610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EDA</a:t>
            </a:r>
            <a:endParaRPr/>
          </a:p>
        </p:txBody>
      </p:sp>
      <p:sp>
        <p:nvSpPr>
          <p:cNvPr id="277" name="Google Shape;277;p40"/>
          <p:cNvSpPr txBox="1">
            <a:spLocks noGrp="1"/>
          </p:cNvSpPr>
          <p:nvPr>
            <p:ph type="body" idx="1"/>
          </p:nvPr>
        </p:nvSpPr>
        <p:spPr>
          <a:xfrm>
            <a:off x="4764075" y="3207300"/>
            <a:ext cx="2732100" cy="657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Analyse Exploratoire des Données</a:t>
            </a:r>
            <a:endParaRPr/>
          </a:p>
        </p:txBody>
      </p:sp>
      <p:sp>
        <p:nvSpPr>
          <p:cNvPr id="278" name="Google Shape;278;p40"/>
          <p:cNvSpPr txBox="1">
            <a:spLocks noGrp="1"/>
          </p:cNvSpPr>
          <p:nvPr>
            <p:ph type="title" idx="2"/>
          </p:nvPr>
        </p:nvSpPr>
        <p:spPr>
          <a:xfrm>
            <a:off x="4879875" y="1534825"/>
            <a:ext cx="1061400" cy="719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03</a:t>
            </a:r>
            <a:endParaRPr/>
          </a:p>
        </p:txBody>
      </p:sp>
      <p:grpSp>
        <p:nvGrpSpPr>
          <p:cNvPr id="279" name="Google Shape;279;p40"/>
          <p:cNvGrpSpPr/>
          <p:nvPr/>
        </p:nvGrpSpPr>
        <p:grpSpPr>
          <a:xfrm>
            <a:off x="4879875" y="3023000"/>
            <a:ext cx="1708788" cy="114325"/>
            <a:chOff x="6217037" y="3106700"/>
            <a:chExt cx="1708788" cy="114325"/>
          </a:xfrm>
        </p:grpSpPr>
        <p:sp>
          <p:nvSpPr>
            <p:cNvPr id="280" name="Google Shape;280;p40"/>
            <p:cNvSpPr/>
            <p:nvPr/>
          </p:nvSpPr>
          <p:spPr>
            <a:xfrm>
              <a:off x="6217037" y="3106725"/>
              <a:ext cx="15345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 name="Google Shape;281;p40"/>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2" name="Image 3">
            <a:extLst>
              <a:ext uri="{FF2B5EF4-FFF2-40B4-BE49-F238E27FC236}">
                <a16:creationId xmlns:a16="http://schemas.microsoft.com/office/drawing/2014/main" id="{8EB08AF8-6850-0B04-59F0-0765B313D274}"/>
              </a:ext>
            </a:extLst>
          </p:cNvPr>
          <p:cNvPicPr>
            <a:picLocks noChangeAspect="1"/>
          </p:cNvPicPr>
          <p:nvPr/>
        </p:nvPicPr>
        <p:blipFill>
          <a:blip r:embed="rId2" cstate="print">
            <a:extLst>
              <a:ext uri="{BEBA8EAE-BF5A-486C-A8C5-ECC9F3942E4B}">
                <a14:imgProps xmlns:a14="http://schemas.microsoft.com/office/drawing/2010/main">
                  <a14:imgLayer r:embed="rId3">
                    <a14:imgEffect>
                      <a14:backgroundRemoval t="5157" b="94619" l="7383" r="93289">
                        <a14:foregroundMark x1="42506" y1="47085" x2="41834" y2="46413"/>
                        <a14:foregroundMark x1="34452" y1="14798" x2="24609" y2="58296"/>
                        <a14:foregroundMark x1="24609" y1="58296" x2="47875" y2="90359"/>
                        <a14:foregroundMark x1="47875" y1="90359" x2="87919" y2="81839"/>
                        <a14:foregroundMark x1="87919" y1="81839" x2="82774" y2="39910"/>
                        <a14:foregroundMark x1="65896" y1="7749" x2="64653" y2="5381"/>
                        <a14:foregroundMark x1="82774" y1="39910" x2="71569" y2="18559"/>
                        <a14:foregroundMark x1="64653" y1="5381" x2="21587" y2="13172"/>
                        <a14:foregroundMark x1="9398" y1="44139" x2="7383" y2="50673"/>
                        <a14:foregroundMark x1="17943" y1="16431" x2="13336" y2="31368"/>
                        <a14:foregroundMark x1="7383" y1="50673" x2="7383" y2="51121"/>
                        <a14:foregroundMark x1="65128" y1="5192" x2="67338" y2="5157"/>
                        <a14:foregroundMark x1="38702" y1="5605" x2="64873" y2="5196"/>
                        <a14:foregroundMark x1="58166" y1="14798" x2="51902" y2="43274"/>
                        <a14:foregroundMark x1="55034" y1="19731" x2="49217" y2="41704"/>
                        <a14:foregroundMark x1="53691" y1="16143" x2="38479" y2="52691"/>
                        <a14:foregroundMark x1="38479" y1="52691" x2="47651" y2="53812"/>
                        <a14:foregroundMark x1="60403" y1="54484" x2="52573" y2="52242"/>
                        <a14:foregroundMark x1="48098" y1="51121" x2="38926" y2="61435"/>
                        <a14:foregroundMark x1="42729" y1="53587" x2="31767" y2="55381"/>
                        <a14:foregroundMark x1="46980" y1="64350" x2="49441" y2="65022"/>
                        <a14:foregroundMark x1="38926" y1="65471" x2="47651" y2="67713"/>
                        <a14:foregroundMark x1="47651" y1="67713" x2="47651" y2="67713"/>
                        <a14:foregroundMark x1="41387" y1="66592" x2="59508" y2="62108"/>
                        <a14:foregroundMark x1="67338" y1="55830" x2="55928" y2="67937"/>
                        <a14:foregroundMark x1="65996" y1="52466" x2="59060" y2="59641"/>
                        <a14:foregroundMark x1="62640" y1="41256" x2="68009" y2="60762"/>
                        <a14:foregroundMark x1="70022" y1="51794" x2="69575" y2="60314"/>
                        <a14:foregroundMark x1="66890" y1="32511" x2="60626" y2="43498"/>
                        <a14:foregroundMark x1="52796" y1="29596" x2="61074" y2="43274"/>
                        <a14:foregroundMark x1="27293" y1="37444" x2="24832" y2="47982"/>
                        <a14:foregroundMark x1="21477" y1="34753" x2="25503" y2="51570"/>
                        <a14:foregroundMark x1="20805" y1="47982" x2="23490" y2="51570"/>
                        <a14:foregroundMark x1="30872" y1="34305" x2="29978" y2="54933"/>
                        <a14:foregroundMark x1="39374" y1="33184" x2="37136" y2="47982"/>
                        <a14:foregroundMark x1="39597" y1="25785" x2="39597" y2="25785"/>
                        <a14:foregroundMark x1="43848" y1="25785" x2="46756" y2="25785"/>
                        <a14:foregroundMark x1="67785" y1="22646" x2="67785" y2="22646"/>
                        <a14:foregroundMark x1="65996" y1="22197" x2="65996" y2="22197"/>
                        <a14:foregroundMark x1="65548" y1="20179" x2="65548" y2="20179"/>
                        <a14:foregroundMark x1="65324" y1="19283" x2="65324" y2="19283"/>
                        <a14:foregroundMark x1="77405" y1="27354" x2="77405" y2="27354"/>
                        <a14:foregroundMark x1="79195" y1="28475" x2="79195" y2="28475"/>
                        <a14:foregroundMark x1="72707" y1="34753" x2="74273" y2="38117"/>
                        <a14:foregroundMark x1="76286" y1="38565" x2="76957" y2="39013"/>
                        <a14:foregroundMark x1="72036" y1="45964" x2="72036" y2="45964"/>
                        <a14:foregroundMark x1="71588" y1="47309" x2="71588" y2="47309"/>
                        <a14:foregroundMark x1="76957" y1="47085" x2="76957" y2="47085"/>
                        <a14:foregroundMark x1="66219" y1="46188" x2="66219" y2="46188"/>
                        <a14:foregroundMark x1="71365" y1="40807" x2="75839" y2="45516"/>
                        <a14:foregroundMark x1="30201" y1="92377" x2="37136" y2="94619"/>
                        <a14:foregroundMark x1="60850" y1="27578" x2="62640" y2="30269"/>
                        <a14:foregroundMark x1="67114" y1="39686" x2="68680" y2="42825"/>
                        <a14:foregroundMark x1="87919" y1="55605" x2="90157" y2="54709"/>
                        <a14:foregroundMark x1="90604" y1="60090" x2="93289" y2="78027"/>
                        <a14:backgroundMark x1="9843" y1="34753" x2="9843" y2="34753"/>
                        <a14:backgroundMark x1="9172" y1="30045" x2="11186" y2="39686"/>
                        <a14:backgroundMark x1="9620" y1="39910" x2="12528" y2="41704"/>
                        <a14:backgroundMark x1="2685" y1="43946" x2="3132" y2="48879"/>
                        <a14:backgroundMark x1="4027" y1="43946" x2="2685" y2="49103"/>
                        <a14:backgroundMark x1="20134" y1="13229" x2="20134" y2="13229"/>
                        <a14:backgroundMark x1="17450" y1="12556" x2="20358" y2="13453"/>
                        <a14:backgroundMark x1="14989" y1="12332" x2="21700" y2="13004"/>
                        <a14:backgroundMark x1="64877" y1="11883" x2="68680" y2="13229"/>
                        <a14:backgroundMark x1="68456" y1="13677" x2="72707" y2="16592"/>
                        <a14:backgroundMark x1="69351" y1="15022" x2="72707" y2="17489"/>
                        <a14:backgroundMark x1="68009" y1="14350" x2="72483" y2="15247"/>
                        <a14:backgroundMark x1="66443" y1="10090" x2="67785" y2="8744"/>
                        <a14:backgroundMark x1="66219" y1="8520" x2="66219" y2="8520"/>
                        <a14:backgroundMark x1="66219" y1="8520" x2="66890" y2="8969"/>
                        <a14:backgroundMark x1="65548" y1="9417" x2="68233" y2="8744"/>
                        <a14:backgroundMark x1="65548" y1="8296" x2="67114" y2="8296"/>
                        <a14:backgroundMark x1="66443" y1="8296" x2="65996" y2="7848"/>
                        <a14:backgroundMark x1="97315" y1="70179" x2="97092" y2="75336"/>
                        <a14:backgroundMark x1="95749" y1="73991" x2="96868" y2="76457"/>
                        <a14:backgroundMark x1="50783" y1="98655" x2="54139" y2="98655"/>
                        <a14:backgroundMark x1="59060" y1="99103" x2="52349" y2="96861"/>
                        <a14:backgroundMark x1="57718" y1="98206" x2="59955" y2="99327"/>
                        <a14:backgroundMark x1="55481" y1="98430" x2="58837" y2="98206"/>
                        <a14:backgroundMark x1="55257" y1="97758" x2="57718" y2="97758"/>
                        <a14:backgroundMark x1="95078" y1="58520" x2="95302" y2="60090"/>
                      </a14:backgroundRemoval>
                    </a14:imgEffect>
                  </a14:imgLayer>
                </a14:imgProps>
              </a:ext>
              <a:ext uri="{28A0092B-C50C-407E-A947-70E740481C1C}">
                <a14:useLocalDpi xmlns:a14="http://schemas.microsoft.com/office/drawing/2010/main" val="0"/>
              </a:ext>
            </a:extLst>
          </a:blip>
          <a:stretch>
            <a:fillRect/>
          </a:stretch>
        </p:blipFill>
        <p:spPr>
          <a:xfrm>
            <a:off x="120854" y="0"/>
            <a:ext cx="1029074" cy="1026772"/>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94"/>
        <p:cNvGrpSpPr/>
        <p:nvPr/>
      </p:nvGrpSpPr>
      <p:grpSpPr>
        <a:xfrm>
          <a:off x="0" y="0"/>
          <a:ext cx="0" cy="0"/>
          <a:chOff x="0" y="0"/>
          <a:chExt cx="0" cy="0"/>
        </a:xfrm>
      </p:grpSpPr>
      <p:sp>
        <p:nvSpPr>
          <p:cNvPr id="395" name="Google Shape;395;p51"/>
          <p:cNvSpPr txBox="1">
            <a:spLocks noGrp="1"/>
          </p:cNvSpPr>
          <p:nvPr>
            <p:ph type="title"/>
          </p:nvPr>
        </p:nvSpPr>
        <p:spPr>
          <a:xfrm>
            <a:off x="720000" y="540000"/>
            <a:ext cx="7704000" cy="477600"/>
          </a:xfrm>
          <a:prstGeom prst="rect">
            <a:avLst/>
          </a:prstGeom>
          <a:solidFill>
            <a:srgbClr val="000000">
              <a:alpha val="67590"/>
            </a:srgbClr>
          </a:solidFill>
        </p:spPr>
        <p:txBody>
          <a:bodyPr spcFirstLastPara="1" wrap="square" lIns="91425" tIns="91425" rIns="91425" bIns="91425" anchor="ctr" anchorCtr="0">
            <a:noAutofit/>
          </a:bodyPr>
          <a:lstStyle/>
          <a:p>
            <a:pPr marL="0" lvl="0" indent="0" algn="ctr" rtl="0">
              <a:spcBef>
                <a:spcPts val="0"/>
              </a:spcBef>
              <a:spcAft>
                <a:spcPts val="0"/>
              </a:spcAft>
              <a:buNone/>
            </a:pPr>
            <a:r>
              <a:rPr lang="en"/>
              <a:t>Résultats </a:t>
            </a:r>
            <a:r>
              <a:rPr lang="en">
                <a:solidFill>
                  <a:schemeClr val="lt1"/>
                </a:solidFill>
              </a:rPr>
              <a:t>EDA</a:t>
            </a:r>
            <a:endParaRPr>
              <a:solidFill>
                <a:schemeClr val="lt1"/>
              </a:solidFill>
            </a:endParaRPr>
          </a:p>
        </p:txBody>
      </p:sp>
      <p:sp>
        <p:nvSpPr>
          <p:cNvPr id="397" name="Google Shape;397;p51"/>
          <p:cNvSpPr txBox="1">
            <a:spLocks noGrp="1"/>
          </p:cNvSpPr>
          <p:nvPr>
            <p:ph type="subTitle" idx="2"/>
          </p:nvPr>
        </p:nvSpPr>
        <p:spPr>
          <a:xfrm>
            <a:off x="3177990" y="2238322"/>
            <a:ext cx="3436898" cy="713755"/>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dirty="0"/>
              <a:t>x_wins=1 : 78.8% | is_draw=1 : 17.2% | o_wins : 4.0%. Dataset fortement déséquilibré vers les victoires de X.</a:t>
            </a:r>
            <a:endParaRPr dirty="0"/>
          </a:p>
        </p:txBody>
      </p:sp>
      <p:sp>
        <p:nvSpPr>
          <p:cNvPr id="398" name="Google Shape;398;p51"/>
          <p:cNvSpPr txBox="1">
            <a:spLocks noGrp="1"/>
          </p:cNvSpPr>
          <p:nvPr>
            <p:ph type="subTitle" idx="3"/>
          </p:nvPr>
        </p:nvSpPr>
        <p:spPr>
          <a:xfrm>
            <a:off x="713149" y="3477490"/>
            <a:ext cx="4080523" cy="949036"/>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dirty="0"/>
              <a:t>Case 4 (centre) : occupée 615 fois quand X gagne — la plus haute.Coins (559–596) &gt; Milieux de bord (536–568). Centre = stratégie clé.</a:t>
            </a:r>
            <a:endParaRPr dirty="0"/>
          </a:p>
        </p:txBody>
      </p:sp>
      <p:sp>
        <p:nvSpPr>
          <p:cNvPr id="399" name="Google Shape;399;p51"/>
          <p:cNvSpPr txBox="1">
            <a:spLocks noGrp="1"/>
          </p:cNvSpPr>
          <p:nvPr>
            <p:ph type="subTitle" idx="4"/>
          </p:nvPr>
        </p:nvSpPr>
        <p:spPr>
          <a:xfrm>
            <a:off x="4999958" y="3503046"/>
            <a:ext cx="3285275" cy="713754"/>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dirty="0"/>
              <a:t>Heatmap : cases centrales et coins ont la plus forte corrélation avec x_wins</a:t>
            </a:r>
            <a:endParaRPr dirty="0"/>
          </a:p>
        </p:txBody>
      </p:sp>
      <p:sp>
        <p:nvSpPr>
          <p:cNvPr id="401" name="Google Shape;401;p51"/>
          <p:cNvSpPr txBox="1">
            <a:spLocks noGrp="1"/>
          </p:cNvSpPr>
          <p:nvPr>
            <p:ph type="subTitle" idx="6"/>
          </p:nvPr>
        </p:nvSpPr>
        <p:spPr>
          <a:xfrm>
            <a:off x="3372043" y="1706730"/>
            <a:ext cx="3001047" cy="849751"/>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dirty="0"/>
              <a:t>Déséquilibre de classes</a:t>
            </a:r>
            <a:endParaRPr dirty="0"/>
          </a:p>
        </p:txBody>
      </p:sp>
      <p:sp>
        <p:nvSpPr>
          <p:cNvPr id="402" name="Google Shape;402;p51"/>
          <p:cNvSpPr txBox="1">
            <a:spLocks noGrp="1"/>
          </p:cNvSpPr>
          <p:nvPr>
            <p:ph type="subTitle" idx="7"/>
          </p:nvPr>
        </p:nvSpPr>
        <p:spPr>
          <a:xfrm>
            <a:off x="1430075" y="3161746"/>
            <a:ext cx="2691652" cy="477601"/>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dirty="0"/>
              <a:t>Case la plus occupée</a:t>
            </a:r>
            <a:endParaRPr dirty="0"/>
          </a:p>
        </p:txBody>
      </p:sp>
      <p:sp>
        <p:nvSpPr>
          <p:cNvPr id="403" name="Google Shape;403;p51"/>
          <p:cNvSpPr txBox="1">
            <a:spLocks noGrp="1"/>
          </p:cNvSpPr>
          <p:nvPr>
            <p:ph type="subTitle" idx="8"/>
          </p:nvPr>
        </p:nvSpPr>
        <p:spPr>
          <a:xfrm>
            <a:off x="5145424" y="3201245"/>
            <a:ext cx="2966411" cy="47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dirty="0"/>
              <a:t>Corrélation features</a:t>
            </a:r>
            <a:endParaRPr dirty="0"/>
          </a:p>
        </p:txBody>
      </p:sp>
      <p:grpSp>
        <p:nvGrpSpPr>
          <p:cNvPr id="404" name="Google Shape;404;p51"/>
          <p:cNvGrpSpPr/>
          <p:nvPr/>
        </p:nvGrpSpPr>
        <p:grpSpPr>
          <a:xfrm>
            <a:off x="713150" y="1090100"/>
            <a:ext cx="7717800" cy="114325"/>
            <a:chOff x="208025" y="3106700"/>
            <a:chExt cx="7717800" cy="114325"/>
          </a:xfrm>
        </p:grpSpPr>
        <p:sp>
          <p:nvSpPr>
            <p:cNvPr id="405" name="Google Shape;405;p51"/>
            <p:cNvSpPr/>
            <p:nvPr/>
          </p:nvSpPr>
          <p:spPr>
            <a:xfrm>
              <a:off x="208025" y="3106725"/>
              <a:ext cx="75435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 name="Google Shape;406;p51"/>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4" name="Image 3">
            <a:extLst>
              <a:ext uri="{FF2B5EF4-FFF2-40B4-BE49-F238E27FC236}">
                <a16:creationId xmlns:a16="http://schemas.microsoft.com/office/drawing/2014/main" id="{42A71D0B-18AC-783C-85E7-B7B19ABC1CE8}"/>
              </a:ext>
            </a:extLst>
          </p:cNvPr>
          <p:cNvPicPr>
            <a:picLocks noChangeAspect="1"/>
          </p:cNvPicPr>
          <p:nvPr/>
        </p:nvPicPr>
        <p:blipFill>
          <a:blip r:embed="rId3" cstate="print">
            <a:extLst>
              <a:ext uri="{BEBA8EAE-BF5A-486C-A8C5-ECC9F3942E4B}">
                <a14:imgProps xmlns:a14="http://schemas.microsoft.com/office/drawing/2010/main">
                  <a14:imgLayer r:embed="rId4">
                    <a14:imgEffect>
                      <a14:backgroundRemoval t="5157" b="94619" l="7383" r="93289">
                        <a14:foregroundMark x1="42506" y1="47085" x2="41834" y2="46413"/>
                        <a14:foregroundMark x1="34452" y1="14798" x2="24609" y2="58296"/>
                        <a14:foregroundMark x1="24609" y1="58296" x2="47875" y2="90359"/>
                        <a14:foregroundMark x1="47875" y1="90359" x2="87919" y2="81839"/>
                        <a14:foregroundMark x1="87919" y1="81839" x2="82774" y2="39910"/>
                        <a14:foregroundMark x1="65896" y1="7749" x2="64653" y2="5381"/>
                        <a14:foregroundMark x1="82774" y1="39910" x2="71569" y2="18559"/>
                        <a14:foregroundMark x1="64653" y1="5381" x2="21587" y2="13172"/>
                        <a14:foregroundMark x1="9398" y1="44139" x2="7383" y2="50673"/>
                        <a14:foregroundMark x1="17943" y1="16431" x2="13336" y2="31368"/>
                        <a14:foregroundMark x1="7383" y1="50673" x2="7383" y2="51121"/>
                        <a14:foregroundMark x1="65128" y1="5192" x2="67338" y2="5157"/>
                        <a14:foregroundMark x1="38702" y1="5605" x2="64873" y2="5196"/>
                        <a14:foregroundMark x1="58166" y1="14798" x2="51902" y2="43274"/>
                        <a14:foregroundMark x1="55034" y1="19731" x2="49217" y2="41704"/>
                        <a14:foregroundMark x1="53691" y1="16143" x2="38479" y2="52691"/>
                        <a14:foregroundMark x1="38479" y1="52691" x2="47651" y2="53812"/>
                        <a14:foregroundMark x1="60403" y1="54484" x2="52573" y2="52242"/>
                        <a14:foregroundMark x1="48098" y1="51121" x2="38926" y2="61435"/>
                        <a14:foregroundMark x1="42729" y1="53587" x2="31767" y2="55381"/>
                        <a14:foregroundMark x1="46980" y1="64350" x2="49441" y2="65022"/>
                        <a14:foregroundMark x1="38926" y1="65471" x2="47651" y2="67713"/>
                        <a14:foregroundMark x1="47651" y1="67713" x2="47651" y2="67713"/>
                        <a14:foregroundMark x1="41387" y1="66592" x2="59508" y2="62108"/>
                        <a14:foregroundMark x1="67338" y1="55830" x2="55928" y2="67937"/>
                        <a14:foregroundMark x1="65996" y1="52466" x2="59060" y2="59641"/>
                        <a14:foregroundMark x1="62640" y1="41256" x2="68009" y2="60762"/>
                        <a14:foregroundMark x1="70022" y1="51794" x2="69575" y2="60314"/>
                        <a14:foregroundMark x1="66890" y1="32511" x2="60626" y2="43498"/>
                        <a14:foregroundMark x1="52796" y1="29596" x2="61074" y2="43274"/>
                        <a14:foregroundMark x1="27293" y1="37444" x2="24832" y2="47982"/>
                        <a14:foregroundMark x1="21477" y1="34753" x2="25503" y2="51570"/>
                        <a14:foregroundMark x1="20805" y1="47982" x2="23490" y2="51570"/>
                        <a14:foregroundMark x1="30872" y1="34305" x2="29978" y2="54933"/>
                        <a14:foregroundMark x1="39374" y1="33184" x2="37136" y2="47982"/>
                        <a14:foregroundMark x1="39597" y1="25785" x2="39597" y2="25785"/>
                        <a14:foregroundMark x1="43848" y1="25785" x2="46756" y2="25785"/>
                        <a14:foregroundMark x1="67785" y1="22646" x2="67785" y2="22646"/>
                        <a14:foregroundMark x1="65996" y1="22197" x2="65996" y2="22197"/>
                        <a14:foregroundMark x1="65548" y1="20179" x2="65548" y2="20179"/>
                        <a14:foregroundMark x1="65324" y1="19283" x2="65324" y2="19283"/>
                        <a14:foregroundMark x1="77405" y1="27354" x2="77405" y2="27354"/>
                        <a14:foregroundMark x1="79195" y1="28475" x2="79195" y2="28475"/>
                        <a14:foregroundMark x1="72707" y1="34753" x2="74273" y2="38117"/>
                        <a14:foregroundMark x1="76286" y1="38565" x2="76957" y2="39013"/>
                        <a14:foregroundMark x1="72036" y1="45964" x2="72036" y2="45964"/>
                        <a14:foregroundMark x1="71588" y1="47309" x2="71588" y2="47309"/>
                        <a14:foregroundMark x1="76957" y1="47085" x2="76957" y2="47085"/>
                        <a14:foregroundMark x1="66219" y1="46188" x2="66219" y2="46188"/>
                        <a14:foregroundMark x1="71365" y1="40807" x2="75839" y2="45516"/>
                        <a14:foregroundMark x1="30201" y1="92377" x2="37136" y2="94619"/>
                        <a14:foregroundMark x1="60850" y1="27578" x2="62640" y2="30269"/>
                        <a14:foregroundMark x1="67114" y1="39686" x2="68680" y2="42825"/>
                        <a14:foregroundMark x1="87919" y1="55605" x2="90157" y2="54709"/>
                        <a14:foregroundMark x1="90604" y1="60090" x2="93289" y2="78027"/>
                        <a14:backgroundMark x1="9843" y1="34753" x2="9843" y2="34753"/>
                        <a14:backgroundMark x1="9172" y1="30045" x2="11186" y2="39686"/>
                        <a14:backgroundMark x1="9620" y1="39910" x2="12528" y2="41704"/>
                        <a14:backgroundMark x1="2685" y1="43946" x2="3132" y2="48879"/>
                        <a14:backgroundMark x1="4027" y1="43946" x2="2685" y2="49103"/>
                        <a14:backgroundMark x1="20134" y1="13229" x2="20134" y2="13229"/>
                        <a14:backgroundMark x1="17450" y1="12556" x2="20358" y2="13453"/>
                        <a14:backgroundMark x1="14989" y1="12332" x2="21700" y2="13004"/>
                        <a14:backgroundMark x1="64877" y1="11883" x2="68680" y2="13229"/>
                        <a14:backgroundMark x1="68456" y1="13677" x2="72707" y2="16592"/>
                        <a14:backgroundMark x1="69351" y1="15022" x2="72707" y2="17489"/>
                        <a14:backgroundMark x1="68009" y1="14350" x2="72483" y2="15247"/>
                        <a14:backgroundMark x1="66443" y1="10090" x2="67785" y2="8744"/>
                        <a14:backgroundMark x1="66219" y1="8520" x2="66219" y2="8520"/>
                        <a14:backgroundMark x1="66219" y1="8520" x2="66890" y2="8969"/>
                        <a14:backgroundMark x1="65548" y1="9417" x2="68233" y2="8744"/>
                        <a14:backgroundMark x1="65548" y1="8296" x2="67114" y2="8296"/>
                        <a14:backgroundMark x1="66443" y1="8296" x2="65996" y2="7848"/>
                        <a14:backgroundMark x1="97315" y1="70179" x2="97092" y2="75336"/>
                        <a14:backgroundMark x1="95749" y1="73991" x2="96868" y2="76457"/>
                        <a14:backgroundMark x1="50783" y1="98655" x2="54139" y2="98655"/>
                        <a14:backgroundMark x1="59060" y1="99103" x2="52349" y2="96861"/>
                        <a14:backgroundMark x1="57718" y1="98206" x2="59955" y2="99327"/>
                        <a14:backgroundMark x1="55481" y1="98430" x2="58837" y2="98206"/>
                        <a14:backgroundMark x1="55257" y1="97758" x2="57718" y2="97758"/>
                        <a14:backgroundMark x1="95078" y1="58520" x2="95302" y2="60090"/>
                      </a14:backgroundRemoval>
                    </a14:imgEffect>
                  </a14:imgLayer>
                </a14:imgProps>
              </a:ext>
              <a:ext uri="{28A0092B-C50C-407E-A947-70E740481C1C}">
                <a14:useLocalDpi xmlns:a14="http://schemas.microsoft.com/office/drawing/2010/main" val="0"/>
              </a:ext>
            </a:extLst>
          </a:blip>
          <a:stretch>
            <a:fillRect/>
          </a:stretch>
        </p:blipFill>
        <p:spPr>
          <a:xfrm>
            <a:off x="8011018" y="0"/>
            <a:ext cx="1029074" cy="1026772"/>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75"/>
        <p:cNvGrpSpPr/>
        <p:nvPr/>
      </p:nvGrpSpPr>
      <p:grpSpPr>
        <a:xfrm>
          <a:off x="0" y="0"/>
          <a:ext cx="0" cy="0"/>
          <a:chOff x="0" y="0"/>
          <a:chExt cx="0" cy="0"/>
        </a:xfrm>
      </p:grpSpPr>
      <p:sp>
        <p:nvSpPr>
          <p:cNvPr id="276" name="Google Shape;276;p40"/>
          <p:cNvSpPr txBox="1">
            <a:spLocks noGrp="1"/>
          </p:cNvSpPr>
          <p:nvPr>
            <p:ph type="title"/>
          </p:nvPr>
        </p:nvSpPr>
        <p:spPr>
          <a:xfrm>
            <a:off x="4764075" y="2392025"/>
            <a:ext cx="2083500" cy="5610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MODÈLES ML</a:t>
            </a:r>
            <a:endParaRPr/>
          </a:p>
        </p:txBody>
      </p:sp>
      <p:sp>
        <p:nvSpPr>
          <p:cNvPr id="277" name="Google Shape;277;p40"/>
          <p:cNvSpPr txBox="1">
            <a:spLocks noGrp="1"/>
          </p:cNvSpPr>
          <p:nvPr>
            <p:ph type="body" idx="1"/>
          </p:nvPr>
        </p:nvSpPr>
        <p:spPr>
          <a:xfrm>
            <a:off x="4764075" y="3207300"/>
            <a:ext cx="2732100" cy="657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Baseline &amp; Modèles Avancés</a:t>
            </a:r>
            <a:endParaRPr/>
          </a:p>
        </p:txBody>
      </p:sp>
      <p:sp>
        <p:nvSpPr>
          <p:cNvPr id="278" name="Google Shape;278;p40"/>
          <p:cNvSpPr txBox="1">
            <a:spLocks noGrp="1"/>
          </p:cNvSpPr>
          <p:nvPr>
            <p:ph type="title" idx="2"/>
          </p:nvPr>
        </p:nvSpPr>
        <p:spPr>
          <a:xfrm>
            <a:off x="4879875" y="1534825"/>
            <a:ext cx="1061400" cy="719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04</a:t>
            </a:r>
            <a:endParaRPr/>
          </a:p>
        </p:txBody>
      </p:sp>
      <p:grpSp>
        <p:nvGrpSpPr>
          <p:cNvPr id="279" name="Google Shape;279;p40"/>
          <p:cNvGrpSpPr/>
          <p:nvPr/>
        </p:nvGrpSpPr>
        <p:grpSpPr>
          <a:xfrm>
            <a:off x="4879875" y="3023000"/>
            <a:ext cx="1708788" cy="114325"/>
            <a:chOff x="6217037" y="3106700"/>
            <a:chExt cx="1708788" cy="114325"/>
          </a:xfrm>
        </p:grpSpPr>
        <p:sp>
          <p:nvSpPr>
            <p:cNvPr id="280" name="Google Shape;280;p40"/>
            <p:cNvSpPr/>
            <p:nvPr/>
          </p:nvSpPr>
          <p:spPr>
            <a:xfrm>
              <a:off x="6217037" y="3106725"/>
              <a:ext cx="15345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 name="Google Shape;281;p40"/>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2" name="Image 3">
            <a:extLst>
              <a:ext uri="{FF2B5EF4-FFF2-40B4-BE49-F238E27FC236}">
                <a16:creationId xmlns:a16="http://schemas.microsoft.com/office/drawing/2014/main" id="{8653A76E-BF9C-A47C-4948-70E38DDD9A3C}"/>
              </a:ext>
            </a:extLst>
          </p:cNvPr>
          <p:cNvPicPr>
            <a:picLocks noChangeAspect="1"/>
          </p:cNvPicPr>
          <p:nvPr/>
        </p:nvPicPr>
        <p:blipFill>
          <a:blip r:embed="rId2" cstate="print">
            <a:extLst>
              <a:ext uri="{BEBA8EAE-BF5A-486C-A8C5-ECC9F3942E4B}">
                <a14:imgProps xmlns:a14="http://schemas.microsoft.com/office/drawing/2010/main">
                  <a14:imgLayer r:embed="rId3">
                    <a14:imgEffect>
                      <a14:backgroundRemoval t="5157" b="94619" l="7383" r="93289">
                        <a14:foregroundMark x1="42506" y1="47085" x2="41834" y2="46413"/>
                        <a14:foregroundMark x1="34452" y1="14798" x2="24609" y2="58296"/>
                        <a14:foregroundMark x1="24609" y1="58296" x2="47875" y2="90359"/>
                        <a14:foregroundMark x1="47875" y1="90359" x2="87919" y2="81839"/>
                        <a14:foregroundMark x1="87919" y1="81839" x2="82774" y2="39910"/>
                        <a14:foregroundMark x1="65896" y1="7749" x2="64653" y2="5381"/>
                        <a14:foregroundMark x1="82774" y1="39910" x2="71569" y2="18559"/>
                        <a14:foregroundMark x1="64653" y1="5381" x2="21587" y2="13172"/>
                        <a14:foregroundMark x1="9398" y1="44139" x2="7383" y2="50673"/>
                        <a14:foregroundMark x1="17943" y1="16431" x2="13336" y2="31368"/>
                        <a14:foregroundMark x1="7383" y1="50673" x2="7383" y2="51121"/>
                        <a14:foregroundMark x1="65128" y1="5192" x2="67338" y2="5157"/>
                        <a14:foregroundMark x1="38702" y1="5605" x2="64873" y2="5196"/>
                        <a14:foregroundMark x1="58166" y1="14798" x2="51902" y2="43274"/>
                        <a14:foregroundMark x1="55034" y1="19731" x2="49217" y2="41704"/>
                        <a14:foregroundMark x1="53691" y1="16143" x2="38479" y2="52691"/>
                        <a14:foregroundMark x1="38479" y1="52691" x2="47651" y2="53812"/>
                        <a14:foregroundMark x1="60403" y1="54484" x2="52573" y2="52242"/>
                        <a14:foregroundMark x1="48098" y1="51121" x2="38926" y2="61435"/>
                        <a14:foregroundMark x1="42729" y1="53587" x2="31767" y2="55381"/>
                        <a14:foregroundMark x1="46980" y1="64350" x2="49441" y2="65022"/>
                        <a14:foregroundMark x1="38926" y1="65471" x2="47651" y2="67713"/>
                        <a14:foregroundMark x1="47651" y1="67713" x2="47651" y2="67713"/>
                        <a14:foregroundMark x1="41387" y1="66592" x2="59508" y2="62108"/>
                        <a14:foregroundMark x1="67338" y1="55830" x2="55928" y2="67937"/>
                        <a14:foregroundMark x1="65996" y1="52466" x2="59060" y2="59641"/>
                        <a14:foregroundMark x1="62640" y1="41256" x2="68009" y2="60762"/>
                        <a14:foregroundMark x1="70022" y1="51794" x2="69575" y2="60314"/>
                        <a14:foregroundMark x1="66890" y1="32511" x2="60626" y2="43498"/>
                        <a14:foregroundMark x1="52796" y1="29596" x2="61074" y2="43274"/>
                        <a14:foregroundMark x1="27293" y1="37444" x2="24832" y2="47982"/>
                        <a14:foregroundMark x1="21477" y1="34753" x2="25503" y2="51570"/>
                        <a14:foregroundMark x1="20805" y1="47982" x2="23490" y2="51570"/>
                        <a14:foregroundMark x1="30872" y1="34305" x2="29978" y2="54933"/>
                        <a14:foregroundMark x1="39374" y1="33184" x2="37136" y2="47982"/>
                        <a14:foregroundMark x1="39597" y1="25785" x2="39597" y2="25785"/>
                        <a14:foregroundMark x1="43848" y1="25785" x2="46756" y2="25785"/>
                        <a14:foregroundMark x1="67785" y1="22646" x2="67785" y2="22646"/>
                        <a14:foregroundMark x1="65996" y1="22197" x2="65996" y2="22197"/>
                        <a14:foregroundMark x1="65548" y1="20179" x2="65548" y2="20179"/>
                        <a14:foregroundMark x1="65324" y1="19283" x2="65324" y2="19283"/>
                        <a14:foregroundMark x1="77405" y1="27354" x2="77405" y2="27354"/>
                        <a14:foregroundMark x1="79195" y1="28475" x2="79195" y2="28475"/>
                        <a14:foregroundMark x1="72707" y1="34753" x2="74273" y2="38117"/>
                        <a14:foregroundMark x1="76286" y1="38565" x2="76957" y2="39013"/>
                        <a14:foregroundMark x1="72036" y1="45964" x2="72036" y2="45964"/>
                        <a14:foregroundMark x1="71588" y1="47309" x2="71588" y2="47309"/>
                        <a14:foregroundMark x1="76957" y1="47085" x2="76957" y2="47085"/>
                        <a14:foregroundMark x1="66219" y1="46188" x2="66219" y2="46188"/>
                        <a14:foregroundMark x1="71365" y1="40807" x2="75839" y2="45516"/>
                        <a14:foregroundMark x1="30201" y1="92377" x2="37136" y2="94619"/>
                        <a14:foregroundMark x1="60850" y1="27578" x2="62640" y2="30269"/>
                        <a14:foregroundMark x1="67114" y1="39686" x2="68680" y2="42825"/>
                        <a14:foregroundMark x1="87919" y1="55605" x2="90157" y2="54709"/>
                        <a14:foregroundMark x1="90604" y1="60090" x2="93289" y2="78027"/>
                        <a14:backgroundMark x1="9843" y1="34753" x2="9843" y2="34753"/>
                        <a14:backgroundMark x1="9172" y1="30045" x2="11186" y2="39686"/>
                        <a14:backgroundMark x1="9620" y1="39910" x2="12528" y2="41704"/>
                        <a14:backgroundMark x1="2685" y1="43946" x2="3132" y2="48879"/>
                        <a14:backgroundMark x1="4027" y1="43946" x2="2685" y2="49103"/>
                        <a14:backgroundMark x1="20134" y1="13229" x2="20134" y2="13229"/>
                        <a14:backgroundMark x1="17450" y1="12556" x2="20358" y2="13453"/>
                        <a14:backgroundMark x1="14989" y1="12332" x2="21700" y2="13004"/>
                        <a14:backgroundMark x1="64877" y1="11883" x2="68680" y2="13229"/>
                        <a14:backgroundMark x1="68456" y1="13677" x2="72707" y2="16592"/>
                        <a14:backgroundMark x1="69351" y1="15022" x2="72707" y2="17489"/>
                        <a14:backgroundMark x1="68009" y1="14350" x2="72483" y2="15247"/>
                        <a14:backgroundMark x1="66443" y1="10090" x2="67785" y2="8744"/>
                        <a14:backgroundMark x1="66219" y1="8520" x2="66219" y2="8520"/>
                        <a14:backgroundMark x1="66219" y1="8520" x2="66890" y2="8969"/>
                        <a14:backgroundMark x1="65548" y1="9417" x2="68233" y2="8744"/>
                        <a14:backgroundMark x1="65548" y1="8296" x2="67114" y2="8296"/>
                        <a14:backgroundMark x1="66443" y1="8296" x2="65996" y2="7848"/>
                        <a14:backgroundMark x1="97315" y1="70179" x2="97092" y2="75336"/>
                        <a14:backgroundMark x1="95749" y1="73991" x2="96868" y2="76457"/>
                        <a14:backgroundMark x1="50783" y1="98655" x2="54139" y2="98655"/>
                        <a14:backgroundMark x1="59060" y1="99103" x2="52349" y2="96861"/>
                        <a14:backgroundMark x1="57718" y1="98206" x2="59955" y2="99327"/>
                        <a14:backgroundMark x1="55481" y1="98430" x2="58837" y2="98206"/>
                        <a14:backgroundMark x1="55257" y1="97758" x2="57718" y2="97758"/>
                        <a14:backgroundMark x1="95078" y1="58520" x2="95302" y2="60090"/>
                      </a14:backgroundRemoval>
                    </a14:imgEffect>
                  </a14:imgLayer>
                </a14:imgProps>
              </a:ext>
              <a:ext uri="{28A0092B-C50C-407E-A947-70E740481C1C}">
                <a14:useLocalDpi xmlns:a14="http://schemas.microsoft.com/office/drawing/2010/main" val="0"/>
              </a:ext>
            </a:extLst>
          </a:blip>
          <a:stretch>
            <a:fillRect/>
          </a:stretch>
        </p:blipFill>
        <p:spPr>
          <a:xfrm>
            <a:off x="120854" y="0"/>
            <a:ext cx="1029074" cy="1026772"/>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419"/>
        <p:cNvGrpSpPr/>
        <p:nvPr/>
      </p:nvGrpSpPr>
      <p:grpSpPr>
        <a:xfrm>
          <a:off x="0" y="0"/>
          <a:ext cx="0" cy="0"/>
          <a:chOff x="0" y="0"/>
          <a:chExt cx="0" cy="0"/>
        </a:xfrm>
      </p:grpSpPr>
      <p:sp>
        <p:nvSpPr>
          <p:cNvPr id="420" name="Google Shape;420;p53"/>
          <p:cNvSpPr txBox="1">
            <a:spLocks noGrp="1"/>
          </p:cNvSpPr>
          <p:nvPr>
            <p:ph type="title"/>
          </p:nvPr>
        </p:nvSpPr>
        <p:spPr>
          <a:xfrm>
            <a:off x="720000" y="540000"/>
            <a:ext cx="7704000" cy="477600"/>
          </a:xfrm>
          <a:prstGeom prst="rect">
            <a:avLst/>
          </a:prstGeom>
          <a:solidFill>
            <a:srgbClr val="000000">
              <a:alpha val="67590"/>
            </a:srgbClr>
          </a:solidFill>
        </p:spPr>
        <p:txBody>
          <a:bodyPr spcFirstLastPara="1" wrap="square" lIns="91425" tIns="91425" rIns="91425" bIns="91425" anchor="ctr" anchorCtr="0">
            <a:noAutofit/>
          </a:bodyPr>
          <a:lstStyle/>
          <a:p>
            <a:pPr marL="0" lvl="0" indent="0" algn="ctr" rtl="0">
              <a:spcBef>
                <a:spcPts val="0"/>
              </a:spcBef>
              <a:spcAft>
                <a:spcPts val="0"/>
              </a:spcAft>
              <a:buNone/>
            </a:pPr>
            <a:r>
              <a:rPr lang="en"/>
              <a:t>Résultats </a:t>
            </a:r>
            <a:r>
              <a:rPr lang="en">
                <a:solidFill>
                  <a:schemeClr val="lt1"/>
                </a:solidFill>
              </a:rPr>
              <a:t>Baseline</a:t>
            </a:r>
            <a:endParaRPr>
              <a:solidFill>
                <a:schemeClr val="lt1"/>
              </a:solidFill>
            </a:endParaRPr>
          </a:p>
        </p:txBody>
      </p:sp>
      <p:sp>
        <p:nvSpPr>
          <p:cNvPr id="421" name="Google Shape;421;p53"/>
          <p:cNvSpPr txBox="1"/>
          <p:nvPr/>
        </p:nvSpPr>
        <p:spPr>
          <a:xfrm>
            <a:off x="724200" y="4303275"/>
            <a:ext cx="7704000" cy="30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1000" dirty="0">
                <a:solidFill>
                  <a:schemeClr val="dk1"/>
                </a:solidFill>
                <a:latin typeface="Work Sans"/>
                <a:ea typeface="Work Sans"/>
                <a:cs typeface="Work Sans"/>
                <a:sym typeface="Work Sans"/>
              </a:rPr>
              <a:t>Train : 1 938 états | Test : 485 états | Split 80/20 | random_state=42 | 2 modèles indépendants.</a:t>
            </a:r>
            <a:endParaRPr sz="1000" dirty="0">
              <a:solidFill>
                <a:schemeClr val="dk1"/>
              </a:solidFill>
              <a:latin typeface="Work Sans"/>
              <a:ea typeface="Work Sans"/>
              <a:cs typeface="Work Sans"/>
              <a:sym typeface="Work Sans"/>
            </a:endParaRPr>
          </a:p>
        </p:txBody>
      </p:sp>
      <p:sp>
        <p:nvSpPr>
          <p:cNvPr id="422" name="Google Shape;422;p53"/>
          <p:cNvSpPr txBox="1"/>
          <p:nvPr/>
        </p:nvSpPr>
        <p:spPr>
          <a:xfrm>
            <a:off x="4890800" y="1725500"/>
            <a:ext cx="2779776" cy="5349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dirty="0">
                <a:solidFill>
                  <a:schemeClr val="dk1"/>
                </a:solidFill>
                <a:latin typeface="Work Sans"/>
                <a:ea typeface="Work Sans"/>
                <a:cs typeface="Work Sans"/>
                <a:sym typeface="Work Sans"/>
              </a:rPr>
              <a:t>F1 : 0.87 | AUC : 0.91 | Matrice de confusion bien équilibrée</a:t>
            </a:r>
            <a:endParaRPr dirty="0">
              <a:solidFill>
                <a:schemeClr val="dk1"/>
              </a:solidFill>
              <a:latin typeface="Work Sans"/>
              <a:ea typeface="Work Sans"/>
              <a:cs typeface="Work Sans"/>
              <a:sym typeface="Work Sans"/>
            </a:endParaRPr>
          </a:p>
        </p:txBody>
      </p:sp>
      <p:sp>
        <p:nvSpPr>
          <p:cNvPr id="423" name="Google Shape;423;p53"/>
          <p:cNvSpPr txBox="1"/>
          <p:nvPr/>
        </p:nvSpPr>
        <p:spPr>
          <a:xfrm>
            <a:off x="5374676" y="1397050"/>
            <a:ext cx="2295900" cy="429600"/>
          </a:xfrm>
          <a:prstGeom prst="rect">
            <a:avLst/>
          </a:prstGeom>
          <a:noFill/>
          <a:ln>
            <a:noFill/>
          </a:ln>
        </p:spPr>
        <p:txBody>
          <a:bodyPr spcFirstLastPara="1" wrap="square" lIns="91425" tIns="91425" rIns="91425" bIns="91425" anchor="b" anchorCtr="0">
            <a:noAutofit/>
          </a:bodyPr>
          <a:lstStyle/>
          <a:p>
            <a:pPr marL="0" lvl="0" indent="0" algn="r" rtl="0">
              <a:spcBef>
                <a:spcPts val="0"/>
              </a:spcBef>
              <a:spcAft>
                <a:spcPts val="0"/>
              </a:spcAft>
              <a:buNone/>
            </a:pPr>
            <a:r>
              <a:rPr lang="en" sz="2400" dirty="0">
                <a:solidFill>
                  <a:schemeClr val="dk1"/>
                </a:solidFill>
                <a:latin typeface="Staatliches"/>
                <a:ea typeface="Staatliches"/>
                <a:cs typeface="Staatliches"/>
                <a:sym typeface="Staatliches"/>
              </a:rPr>
              <a:t>x_wins : 80.6%</a:t>
            </a:r>
            <a:endParaRPr sz="2400" dirty="0">
              <a:solidFill>
                <a:schemeClr val="dk1"/>
              </a:solidFill>
              <a:latin typeface="Staatliches"/>
              <a:ea typeface="Staatliches"/>
              <a:cs typeface="Staatliches"/>
              <a:sym typeface="Staatliches"/>
            </a:endParaRPr>
          </a:p>
        </p:txBody>
      </p:sp>
      <p:sp>
        <p:nvSpPr>
          <p:cNvPr id="424" name="Google Shape;424;p53"/>
          <p:cNvSpPr txBox="1"/>
          <p:nvPr/>
        </p:nvSpPr>
        <p:spPr>
          <a:xfrm>
            <a:off x="5374676" y="2425301"/>
            <a:ext cx="2295900" cy="429600"/>
          </a:xfrm>
          <a:prstGeom prst="rect">
            <a:avLst/>
          </a:prstGeom>
          <a:noFill/>
          <a:ln>
            <a:noFill/>
          </a:ln>
        </p:spPr>
        <p:txBody>
          <a:bodyPr spcFirstLastPara="1" wrap="square" lIns="91425" tIns="91425" rIns="91425" bIns="91425" anchor="b" anchorCtr="0">
            <a:noAutofit/>
          </a:bodyPr>
          <a:lstStyle/>
          <a:p>
            <a:pPr marL="0" lvl="0" indent="0" algn="r" rtl="0">
              <a:spcBef>
                <a:spcPts val="0"/>
              </a:spcBef>
              <a:spcAft>
                <a:spcPts val="0"/>
              </a:spcAft>
              <a:buNone/>
            </a:pPr>
            <a:r>
              <a:rPr lang="en" sz="2400" dirty="0">
                <a:solidFill>
                  <a:schemeClr val="dk1"/>
                </a:solidFill>
                <a:latin typeface="Staatliches"/>
                <a:ea typeface="Staatliches"/>
                <a:cs typeface="Staatliches"/>
                <a:sym typeface="Staatliches"/>
              </a:rPr>
              <a:t>is_draw : 0</a:t>
            </a:r>
            <a:endParaRPr sz="2400" dirty="0">
              <a:solidFill>
                <a:schemeClr val="dk1"/>
              </a:solidFill>
              <a:latin typeface="Staatliches"/>
              <a:ea typeface="Staatliches"/>
              <a:cs typeface="Staatliches"/>
              <a:sym typeface="Staatliches"/>
            </a:endParaRPr>
          </a:p>
        </p:txBody>
      </p:sp>
      <p:sp>
        <p:nvSpPr>
          <p:cNvPr id="425" name="Google Shape;425;p53"/>
          <p:cNvSpPr txBox="1"/>
          <p:nvPr/>
        </p:nvSpPr>
        <p:spPr>
          <a:xfrm>
            <a:off x="4890800" y="2753757"/>
            <a:ext cx="2779776" cy="5349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dirty="0">
                <a:solidFill>
                  <a:schemeClr val="dk1"/>
                </a:solidFill>
                <a:latin typeface="Work Sans"/>
                <a:ea typeface="Work Sans"/>
                <a:cs typeface="Work Sans"/>
                <a:sym typeface="Work Sans"/>
              </a:rPr>
              <a:t>F1 : 0.72 | AUC : 0.83 |</a:t>
            </a:r>
            <a:br>
              <a:rPr lang="en" dirty="0">
                <a:solidFill>
                  <a:schemeClr val="dk1"/>
                </a:solidFill>
                <a:latin typeface="Work Sans"/>
                <a:ea typeface="Work Sans"/>
                <a:cs typeface="Work Sans"/>
                <a:sym typeface="Work Sans"/>
              </a:rPr>
            </a:br>
            <a:r>
              <a:rPr lang="en" dirty="0">
                <a:solidFill>
                  <a:schemeClr val="dk1"/>
                </a:solidFill>
                <a:latin typeface="Work Sans"/>
                <a:ea typeface="Work Sans"/>
                <a:cs typeface="Work Sans"/>
                <a:sym typeface="Work Sans"/>
              </a:rPr>
              <a:t>Classe rare — plus difficile</a:t>
            </a:r>
            <a:endParaRPr dirty="0">
              <a:solidFill>
                <a:schemeClr val="dk1"/>
              </a:solidFill>
              <a:latin typeface="Work Sans"/>
              <a:ea typeface="Work Sans"/>
              <a:cs typeface="Work Sans"/>
              <a:sym typeface="Work Sans"/>
            </a:endParaRPr>
          </a:p>
        </p:txBody>
      </p:sp>
      <p:sp>
        <p:nvSpPr>
          <p:cNvPr id="426" name="Google Shape;426;p53"/>
          <p:cNvSpPr txBox="1"/>
          <p:nvPr/>
        </p:nvSpPr>
        <p:spPr>
          <a:xfrm>
            <a:off x="5374676" y="3453551"/>
            <a:ext cx="2295900" cy="429600"/>
          </a:xfrm>
          <a:prstGeom prst="rect">
            <a:avLst/>
          </a:prstGeom>
          <a:noFill/>
          <a:ln>
            <a:noFill/>
          </a:ln>
        </p:spPr>
        <p:txBody>
          <a:bodyPr spcFirstLastPara="1" wrap="square" lIns="91425" tIns="91425" rIns="91425" bIns="91425" anchor="b" anchorCtr="0">
            <a:noAutofit/>
          </a:bodyPr>
          <a:lstStyle/>
          <a:p>
            <a:pPr marL="0" lvl="0" indent="0" algn="r" rtl="0">
              <a:spcBef>
                <a:spcPts val="0"/>
              </a:spcBef>
              <a:spcAft>
                <a:spcPts val="0"/>
              </a:spcAft>
              <a:buNone/>
            </a:pPr>
            <a:r>
              <a:rPr lang="en" sz="2400" dirty="0">
                <a:solidFill>
                  <a:schemeClr val="dk1"/>
                </a:solidFill>
                <a:latin typeface="Staatliches"/>
                <a:ea typeface="Staatliches"/>
                <a:cs typeface="Staatliches"/>
                <a:sym typeface="Staatliches"/>
              </a:rPr>
              <a:t>Plus difficile</a:t>
            </a:r>
            <a:endParaRPr sz="2400" dirty="0">
              <a:solidFill>
                <a:schemeClr val="dk1"/>
              </a:solidFill>
              <a:latin typeface="Staatliches"/>
              <a:ea typeface="Staatliches"/>
              <a:cs typeface="Staatliches"/>
              <a:sym typeface="Staatliches"/>
            </a:endParaRPr>
          </a:p>
        </p:txBody>
      </p:sp>
      <p:sp>
        <p:nvSpPr>
          <p:cNvPr id="427" name="Google Shape;427;p53"/>
          <p:cNvSpPr txBox="1"/>
          <p:nvPr/>
        </p:nvSpPr>
        <p:spPr>
          <a:xfrm>
            <a:off x="3830782" y="3782000"/>
            <a:ext cx="3839794" cy="5349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dirty="0">
                <a:solidFill>
                  <a:schemeClr val="dk1"/>
                </a:solidFill>
                <a:latin typeface="Work Sans"/>
                <a:ea typeface="Work Sans"/>
                <a:cs typeface="Work Sans"/>
                <a:sym typeface="Work Sans"/>
              </a:rPr>
              <a:t>is_draw : positions nulles plus ambiguës — moins de signal clair pour le modèle</a:t>
            </a:r>
            <a:endParaRPr dirty="0">
              <a:solidFill>
                <a:schemeClr val="dk1"/>
              </a:solidFill>
              <a:latin typeface="Work Sans"/>
              <a:ea typeface="Work Sans"/>
              <a:cs typeface="Work Sans"/>
              <a:sym typeface="Work Sans"/>
            </a:endParaRPr>
          </a:p>
        </p:txBody>
      </p:sp>
      <p:grpSp>
        <p:nvGrpSpPr>
          <p:cNvPr id="428" name="Google Shape;428;p53"/>
          <p:cNvGrpSpPr/>
          <p:nvPr/>
        </p:nvGrpSpPr>
        <p:grpSpPr>
          <a:xfrm>
            <a:off x="713150" y="1090100"/>
            <a:ext cx="7717800" cy="114325"/>
            <a:chOff x="208025" y="3106700"/>
            <a:chExt cx="7717800" cy="114325"/>
          </a:xfrm>
        </p:grpSpPr>
        <p:sp>
          <p:nvSpPr>
            <p:cNvPr id="429" name="Google Shape;429;p53"/>
            <p:cNvSpPr/>
            <p:nvPr/>
          </p:nvSpPr>
          <p:spPr>
            <a:xfrm>
              <a:off x="208025" y="3106725"/>
              <a:ext cx="75435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 name="Google Shape;430;p53"/>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31" name="Google Shape;431;p53"/>
          <p:cNvSpPr/>
          <p:nvPr/>
        </p:nvSpPr>
        <p:spPr>
          <a:xfrm>
            <a:off x="7772775" y="2587875"/>
            <a:ext cx="340500" cy="340500"/>
          </a:xfrm>
          <a:prstGeom prst="ellipse">
            <a:avLst/>
          </a:prstGeom>
          <a:gradFill>
            <a:gsLst>
              <a:gs pos="0">
                <a:srgbClr val="FFFFFF"/>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 name="Google Shape;432;p53"/>
          <p:cNvSpPr/>
          <p:nvPr/>
        </p:nvSpPr>
        <p:spPr>
          <a:xfrm>
            <a:off x="7772775" y="1556850"/>
            <a:ext cx="340500" cy="340500"/>
          </a:xfrm>
          <a:prstGeom prst="ellipse">
            <a:avLst/>
          </a:prstGeom>
          <a:gradFill>
            <a:gsLst>
              <a:gs pos="0">
                <a:schemeClr val="lt2"/>
              </a:gs>
              <a:gs pos="17000">
                <a:srgbClr val="00ADEE">
                  <a:alpha val="53725"/>
                </a:srgbClr>
              </a:gs>
              <a:gs pos="100000">
                <a:srgbClr val="00ADEE">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 name="Google Shape;433;p53"/>
          <p:cNvSpPr/>
          <p:nvPr/>
        </p:nvSpPr>
        <p:spPr>
          <a:xfrm>
            <a:off x="7772775" y="3618900"/>
            <a:ext cx="340500" cy="340500"/>
          </a:xfrm>
          <a:prstGeom prst="ellipse">
            <a:avLst/>
          </a:prstGeom>
          <a:gradFill>
            <a:gsLst>
              <a:gs pos="0">
                <a:schemeClr val="lt1"/>
              </a:gs>
              <a:gs pos="24000">
                <a:srgbClr val="EB008B">
                  <a:alpha val="61960"/>
                </a:srgbClr>
              </a:gs>
              <a:gs pos="100000">
                <a:srgbClr val="EB008B">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34" name="Google Shape;434;p53" title="Gráfico">
            <a:hlinkClick r:id="rId3"/>
          </p:cNvPr>
          <p:cNvPicPr preferRelativeResize="0"/>
          <p:nvPr/>
        </p:nvPicPr>
        <p:blipFill rotWithShape="1">
          <a:blip r:embed="rId4">
            <a:alphaModFix/>
          </a:blip>
          <a:srcRect l="18792" r="18085"/>
          <a:stretch/>
        </p:blipFill>
        <p:spPr>
          <a:xfrm>
            <a:off x="1402925" y="1482875"/>
            <a:ext cx="2779776" cy="2722975"/>
          </a:xfrm>
          <a:prstGeom prst="rect">
            <a:avLst/>
          </a:prstGeom>
          <a:noFill/>
          <a:ln>
            <a:noFill/>
          </a:ln>
        </p:spPr>
      </p:pic>
      <p:pic>
        <p:nvPicPr>
          <p:cNvPr id="2" name="Image 3">
            <a:extLst>
              <a:ext uri="{FF2B5EF4-FFF2-40B4-BE49-F238E27FC236}">
                <a16:creationId xmlns:a16="http://schemas.microsoft.com/office/drawing/2014/main" id="{33939993-AAAC-795C-8588-F732D635499C}"/>
              </a:ext>
            </a:extLst>
          </p:cNvPr>
          <p:cNvPicPr>
            <a:picLocks noChangeAspect="1"/>
          </p:cNvPicPr>
          <p:nvPr/>
        </p:nvPicPr>
        <p:blipFill>
          <a:blip r:embed="rId5" cstate="print">
            <a:extLst>
              <a:ext uri="{BEBA8EAE-BF5A-486C-A8C5-ECC9F3942E4B}">
                <a14:imgProps xmlns:a14="http://schemas.microsoft.com/office/drawing/2010/main">
                  <a14:imgLayer r:embed="rId6">
                    <a14:imgEffect>
                      <a14:backgroundRemoval t="5157" b="94619" l="7383" r="93289">
                        <a14:foregroundMark x1="42506" y1="47085" x2="41834" y2="46413"/>
                        <a14:foregroundMark x1="34452" y1="14798" x2="24609" y2="58296"/>
                        <a14:foregroundMark x1="24609" y1="58296" x2="47875" y2="90359"/>
                        <a14:foregroundMark x1="47875" y1="90359" x2="87919" y2="81839"/>
                        <a14:foregroundMark x1="87919" y1="81839" x2="82774" y2="39910"/>
                        <a14:foregroundMark x1="65896" y1="7749" x2="64653" y2="5381"/>
                        <a14:foregroundMark x1="82774" y1="39910" x2="71569" y2="18559"/>
                        <a14:foregroundMark x1="64653" y1="5381" x2="21587" y2="13172"/>
                        <a14:foregroundMark x1="9398" y1="44139" x2="7383" y2="50673"/>
                        <a14:foregroundMark x1="17943" y1="16431" x2="13336" y2="31368"/>
                        <a14:foregroundMark x1="7383" y1="50673" x2="7383" y2="51121"/>
                        <a14:foregroundMark x1="65128" y1="5192" x2="67338" y2="5157"/>
                        <a14:foregroundMark x1="38702" y1="5605" x2="64873" y2="5196"/>
                        <a14:foregroundMark x1="58166" y1="14798" x2="51902" y2="43274"/>
                        <a14:foregroundMark x1="55034" y1="19731" x2="49217" y2="41704"/>
                        <a14:foregroundMark x1="53691" y1="16143" x2="38479" y2="52691"/>
                        <a14:foregroundMark x1="38479" y1="52691" x2="47651" y2="53812"/>
                        <a14:foregroundMark x1="60403" y1="54484" x2="52573" y2="52242"/>
                        <a14:foregroundMark x1="48098" y1="51121" x2="38926" y2="61435"/>
                        <a14:foregroundMark x1="42729" y1="53587" x2="31767" y2="55381"/>
                        <a14:foregroundMark x1="46980" y1="64350" x2="49441" y2="65022"/>
                        <a14:foregroundMark x1="38926" y1="65471" x2="47651" y2="67713"/>
                        <a14:foregroundMark x1="47651" y1="67713" x2="47651" y2="67713"/>
                        <a14:foregroundMark x1="41387" y1="66592" x2="59508" y2="62108"/>
                        <a14:foregroundMark x1="67338" y1="55830" x2="55928" y2="67937"/>
                        <a14:foregroundMark x1="65996" y1="52466" x2="59060" y2="59641"/>
                        <a14:foregroundMark x1="62640" y1="41256" x2="68009" y2="60762"/>
                        <a14:foregroundMark x1="70022" y1="51794" x2="69575" y2="60314"/>
                        <a14:foregroundMark x1="66890" y1="32511" x2="60626" y2="43498"/>
                        <a14:foregroundMark x1="52796" y1="29596" x2="61074" y2="43274"/>
                        <a14:foregroundMark x1="27293" y1="37444" x2="24832" y2="47982"/>
                        <a14:foregroundMark x1="21477" y1="34753" x2="25503" y2="51570"/>
                        <a14:foregroundMark x1="20805" y1="47982" x2="23490" y2="51570"/>
                        <a14:foregroundMark x1="30872" y1="34305" x2="29978" y2="54933"/>
                        <a14:foregroundMark x1="39374" y1="33184" x2="37136" y2="47982"/>
                        <a14:foregroundMark x1="39597" y1="25785" x2="39597" y2="25785"/>
                        <a14:foregroundMark x1="43848" y1="25785" x2="46756" y2="25785"/>
                        <a14:foregroundMark x1="67785" y1="22646" x2="67785" y2="22646"/>
                        <a14:foregroundMark x1="65996" y1="22197" x2="65996" y2="22197"/>
                        <a14:foregroundMark x1="65548" y1="20179" x2="65548" y2="20179"/>
                        <a14:foregroundMark x1="65324" y1="19283" x2="65324" y2="19283"/>
                        <a14:foregroundMark x1="77405" y1="27354" x2="77405" y2="27354"/>
                        <a14:foregroundMark x1="79195" y1="28475" x2="79195" y2="28475"/>
                        <a14:foregroundMark x1="72707" y1="34753" x2="74273" y2="38117"/>
                        <a14:foregroundMark x1="76286" y1="38565" x2="76957" y2="39013"/>
                        <a14:foregroundMark x1="72036" y1="45964" x2="72036" y2="45964"/>
                        <a14:foregroundMark x1="71588" y1="47309" x2="71588" y2="47309"/>
                        <a14:foregroundMark x1="76957" y1="47085" x2="76957" y2="47085"/>
                        <a14:foregroundMark x1="66219" y1="46188" x2="66219" y2="46188"/>
                        <a14:foregroundMark x1="71365" y1="40807" x2="75839" y2="45516"/>
                        <a14:foregroundMark x1="30201" y1="92377" x2="37136" y2="94619"/>
                        <a14:foregroundMark x1="60850" y1="27578" x2="62640" y2="30269"/>
                        <a14:foregroundMark x1="67114" y1="39686" x2="68680" y2="42825"/>
                        <a14:foregroundMark x1="87919" y1="55605" x2="90157" y2="54709"/>
                        <a14:foregroundMark x1="90604" y1="60090" x2="93289" y2="78027"/>
                        <a14:backgroundMark x1="9843" y1="34753" x2="9843" y2="34753"/>
                        <a14:backgroundMark x1="9172" y1="30045" x2="11186" y2="39686"/>
                        <a14:backgroundMark x1="9620" y1="39910" x2="12528" y2="41704"/>
                        <a14:backgroundMark x1="2685" y1="43946" x2="3132" y2="48879"/>
                        <a14:backgroundMark x1="4027" y1="43946" x2="2685" y2="49103"/>
                        <a14:backgroundMark x1="20134" y1="13229" x2="20134" y2="13229"/>
                        <a14:backgroundMark x1="17450" y1="12556" x2="20358" y2="13453"/>
                        <a14:backgroundMark x1="14989" y1="12332" x2="21700" y2="13004"/>
                        <a14:backgroundMark x1="64877" y1="11883" x2="68680" y2="13229"/>
                        <a14:backgroundMark x1="68456" y1="13677" x2="72707" y2="16592"/>
                        <a14:backgroundMark x1="69351" y1="15022" x2="72707" y2="17489"/>
                        <a14:backgroundMark x1="68009" y1="14350" x2="72483" y2="15247"/>
                        <a14:backgroundMark x1="66443" y1="10090" x2="67785" y2="8744"/>
                        <a14:backgroundMark x1="66219" y1="8520" x2="66219" y2="8520"/>
                        <a14:backgroundMark x1="66219" y1="8520" x2="66890" y2="8969"/>
                        <a14:backgroundMark x1="65548" y1="9417" x2="68233" y2="8744"/>
                        <a14:backgroundMark x1="65548" y1="8296" x2="67114" y2="8296"/>
                        <a14:backgroundMark x1="66443" y1="8296" x2="65996" y2="7848"/>
                        <a14:backgroundMark x1="97315" y1="70179" x2="97092" y2="75336"/>
                        <a14:backgroundMark x1="95749" y1="73991" x2="96868" y2="76457"/>
                        <a14:backgroundMark x1="50783" y1="98655" x2="54139" y2="98655"/>
                        <a14:backgroundMark x1="59060" y1="99103" x2="52349" y2="96861"/>
                        <a14:backgroundMark x1="57718" y1="98206" x2="59955" y2="99327"/>
                        <a14:backgroundMark x1="55481" y1="98430" x2="58837" y2="98206"/>
                        <a14:backgroundMark x1="55257" y1="97758" x2="57718" y2="97758"/>
                        <a14:backgroundMark x1="95078" y1="58520" x2="95302" y2="60090"/>
                      </a14:backgroundRemoval>
                    </a14:imgEffect>
                  </a14:imgLayer>
                </a14:imgProps>
              </a:ext>
              <a:ext uri="{28A0092B-C50C-407E-A947-70E740481C1C}">
                <a14:useLocalDpi xmlns:a14="http://schemas.microsoft.com/office/drawing/2010/main" val="0"/>
              </a:ext>
            </a:extLst>
          </a:blip>
          <a:stretch>
            <a:fillRect/>
          </a:stretch>
        </p:blipFill>
        <p:spPr>
          <a:xfrm>
            <a:off x="8113275" y="-9172"/>
            <a:ext cx="1029074" cy="1026772"/>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578"/>
        <p:cNvGrpSpPr/>
        <p:nvPr/>
      </p:nvGrpSpPr>
      <p:grpSpPr>
        <a:xfrm>
          <a:off x="0" y="0"/>
          <a:ext cx="0" cy="0"/>
          <a:chOff x="0" y="0"/>
          <a:chExt cx="0" cy="0"/>
        </a:xfrm>
      </p:grpSpPr>
      <p:sp>
        <p:nvSpPr>
          <p:cNvPr id="579" name="Google Shape;579;p60"/>
          <p:cNvSpPr txBox="1">
            <a:spLocks noGrp="1"/>
          </p:cNvSpPr>
          <p:nvPr>
            <p:ph type="title"/>
          </p:nvPr>
        </p:nvSpPr>
        <p:spPr>
          <a:xfrm>
            <a:off x="720000" y="540000"/>
            <a:ext cx="7704000" cy="47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Comparaison des </a:t>
            </a:r>
            <a:r>
              <a:rPr lang="en">
                <a:solidFill>
                  <a:schemeClr val="lt1"/>
                </a:solidFill>
              </a:rPr>
              <a:t>Modèles</a:t>
            </a:r>
            <a:endParaRPr>
              <a:solidFill>
                <a:schemeClr val="lt1"/>
              </a:solidFill>
            </a:endParaRPr>
          </a:p>
        </p:txBody>
      </p:sp>
      <p:sp>
        <p:nvSpPr>
          <p:cNvPr id="580" name="Google Shape;580;p60"/>
          <p:cNvSpPr txBox="1">
            <a:spLocks noGrp="1"/>
          </p:cNvSpPr>
          <p:nvPr>
            <p:ph type="subTitle" idx="1"/>
          </p:nvPr>
        </p:nvSpPr>
        <p:spPr>
          <a:xfrm>
            <a:off x="790625" y="2552976"/>
            <a:ext cx="2728430" cy="629325"/>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Baseline — x_wins: 80,6%, is_draw: 0,00</a:t>
            </a:r>
            <a:endParaRPr dirty="0"/>
          </a:p>
        </p:txBody>
      </p:sp>
      <p:sp>
        <p:nvSpPr>
          <p:cNvPr id="582" name="Google Shape;582;p60"/>
          <p:cNvSpPr txBox="1">
            <a:spLocks noGrp="1"/>
          </p:cNvSpPr>
          <p:nvPr>
            <p:ph type="subTitle" idx="3"/>
          </p:nvPr>
        </p:nvSpPr>
        <p:spPr>
          <a:xfrm>
            <a:off x="5673436" y="2538488"/>
            <a:ext cx="2466545" cy="629325"/>
          </a:xfrm>
          <a:prstGeom prst="rect">
            <a:avLst/>
          </a:prstGeom>
        </p:spPr>
        <p:txBody>
          <a:bodyPr spcFirstLastPara="1" wrap="square" lIns="91425" tIns="91425" rIns="91425" bIns="91425" anchor="t" anchorCtr="0">
            <a:noAutofit/>
          </a:bodyPr>
          <a:lstStyle/>
          <a:p>
            <a:pPr marL="0" lvl="0" indent="0"/>
            <a:r>
              <a:rPr lang="en" dirty="0"/>
              <a:t>Robuste — x_wins: </a:t>
            </a:r>
            <a:r>
              <a:rPr lang="fr-MG" dirty="0"/>
              <a:t>89.69</a:t>
            </a:r>
            <a:r>
              <a:rPr lang="en" dirty="0"/>
              <a:t>%, is_draw: </a:t>
            </a:r>
            <a:r>
              <a:rPr lang="fr-MG" dirty="0"/>
              <a:t>0.59</a:t>
            </a:r>
            <a:endParaRPr dirty="0"/>
          </a:p>
        </p:txBody>
      </p:sp>
      <p:sp>
        <p:nvSpPr>
          <p:cNvPr id="585" name="Google Shape;585;p60"/>
          <p:cNvSpPr txBox="1">
            <a:spLocks noGrp="1"/>
          </p:cNvSpPr>
          <p:nvPr>
            <p:ph type="subTitle" idx="6"/>
          </p:nvPr>
        </p:nvSpPr>
        <p:spPr>
          <a:xfrm>
            <a:off x="3359728" y="3463987"/>
            <a:ext cx="2417617" cy="927901"/>
          </a:xfrm>
          <a:prstGeom prst="rect">
            <a:avLst/>
          </a:prstGeom>
        </p:spPr>
        <p:txBody>
          <a:bodyPr spcFirstLastPara="1" wrap="square" lIns="91425" tIns="91425" rIns="91425" bIns="91425" anchor="t" anchorCtr="0">
            <a:noAutofit/>
          </a:bodyPr>
          <a:lstStyle/>
          <a:p>
            <a:pPr marL="0" lvl="0" indent="0"/>
            <a:r>
              <a:rPr lang="en" dirty="0"/>
              <a:t>🏆 Meilleur — x_wins: </a:t>
            </a:r>
            <a:r>
              <a:rPr lang="fr-MG" b="1" dirty="0"/>
              <a:t>93.81%</a:t>
            </a:r>
            <a:r>
              <a:rPr lang="fr-FR" b="1" dirty="0"/>
              <a:t> </a:t>
            </a:r>
            <a:r>
              <a:rPr lang="en" dirty="0"/>
              <a:t>is_draw: </a:t>
            </a:r>
            <a:r>
              <a:rPr lang="fr-MG" b="1" dirty="0"/>
              <a:t>0.77</a:t>
            </a:r>
            <a:endParaRPr dirty="0"/>
          </a:p>
        </p:txBody>
      </p:sp>
      <p:sp>
        <p:nvSpPr>
          <p:cNvPr id="586" name="Google Shape;586;p60"/>
          <p:cNvSpPr txBox="1">
            <a:spLocks noGrp="1"/>
          </p:cNvSpPr>
          <p:nvPr>
            <p:ph type="subTitle" idx="7"/>
          </p:nvPr>
        </p:nvSpPr>
        <p:spPr>
          <a:xfrm>
            <a:off x="790625" y="1991449"/>
            <a:ext cx="2728430" cy="692227"/>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Régr. Logistique</a:t>
            </a:r>
            <a:endParaRPr/>
          </a:p>
        </p:txBody>
      </p:sp>
      <p:sp>
        <p:nvSpPr>
          <p:cNvPr id="588" name="Google Shape;588;p60"/>
          <p:cNvSpPr txBox="1">
            <a:spLocks noGrp="1"/>
          </p:cNvSpPr>
          <p:nvPr>
            <p:ph type="subTitle" idx="9"/>
          </p:nvPr>
        </p:nvSpPr>
        <p:spPr>
          <a:xfrm>
            <a:off x="5548427" y="1991449"/>
            <a:ext cx="2728430" cy="692227"/>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Random Forest</a:t>
            </a:r>
            <a:endParaRPr dirty="0"/>
          </a:p>
        </p:txBody>
      </p:sp>
      <p:sp>
        <p:nvSpPr>
          <p:cNvPr id="591" name="Google Shape;591;p60"/>
          <p:cNvSpPr txBox="1">
            <a:spLocks noGrp="1"/>
          </p:cNvSpPr>
          <p:nvPr>
            <p:ph type="subTitle" idx="15"/>
          </p:nvPr>
        </p:nvSpPr>
        <p:spPr>
          <a:xfrm>
            <a:off x="3096172" y="3168235"/>
            <a:ext cx="2948055" cy="50124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XGBoost</a:t>
            </a:r>
            <a:endParaRPr dirty="0"/>
          </a:p>
        </p:txBody>
      </p:sp>
      <p:grpSp>
        <p:nvGrpSpPr>
          <p:cNvPr id="592" name="Google Shape;592;p60"/>
          <p:cNvGrpSpPr/>
          <p:nvPr/>
        </p:nvGrpSpPr>
        <p:grpSpPr>
          <a:xfrm>
            <a:off x="713150" y="1090100"/>
            <a:ext cx="7717800" cy="114325"/>
            <a:chOff x="208025" y="3106700"/>
            <a:chExt cx="7717800" cy="114325"/>
          </a:xfrm>
        </p:grpSpPr>
        <p:sp>
          <p:nvSpPr>
            <p:cNvPr id="593" name="Google Shape;593;p60"/>
            <p:cNvSpPr/>
            <p:nvPr/>
          </p:nvSpPr>
          <p:spPr>
            <a:xfrm>
              <a:off x="208025" y="3106725"/>
              <a:ext cx="75435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 name="Google Shape;594;p60"/>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2" name="Image 3">
            <a:extLst>
              <a:ext uri="{FF2B5EF4-FFF2-40B4-BE49-F238E27FC236}">
                <a16:creationId xmlns:a16="http://schemas.microsoft.com/office/drawing/2014/main" id="{87F016BA-DE8B-1CD9-A635-B2358B93B496}"/>
              </a:ext>
            </a:extLst>
          </p:cNvPr>
          <p:cNvPicPr>
            <a:picLocks noChangeAspect="1"/>
          </p:cNvPicPr>
          <p:nvPr/>
        </p:nvPicPr>
        <p:blipFill>
          <a:blip r:embed="rId3" cstate="print">
            <a:extLst>
              <a:ext uri="{BEBA8EAE-BF5A-486C-A8C5-ECC9F3942E4B}">
                <a14:imgProps xmlns:a14="http://schemas.microsoft.com/office/drawing/2010/main">
                  <a14:imgLayer r:embed="rId4">
                    <a14:imgEffect>
                      <a14:backgroundRemoval t="5157" b="94619" l="7383" r="93289">
                        <a14:foregroundMark x1="42506" y1="47085" x2="41834" y2="46413"/>
                        <a14:foregroundMark x1="34452" y1="14798" x2="24609" y2="58296"/>
                        <a14:foregroundMark x1="24609" y1="58296" x2="47875" y2="90359"/>
                        <a14:foregroundMark x1="47875" y1="90359" x2="87919" y2="81839"/>
                        <a14:foregroundMark x1="87919" y1="81839" x2="82774" y2="39910"/>
                        <a14:foregroundMark x1="65896" y1="7749" x2="64653" y2="5381"/>
                        <a14:foregroundMark x1="82774" y1="39910" x2="71569" y2="18559"/>
                        <a14:foregroundMark x1="64653" y1="5381" x2="21587" y2="13172"/>
                        <a14:foregroundMark x1="9398" y1="44139" x2="7383" y2="50673"/>
                        <a14:foregroundMark x1="17943" y1="16431" x2="13336" y2="31368"/>
                        <a14:foregroundMark x1="7383" y1="50673" x2="7383" y2="51121"/>
                        <a14:foregroundMark x1="65128" y1="5192" x2="67338" y2="5157"/>
                        <a14:foregroundMark x1="38702" y1="5605" x2="64873" y2="5196"/>
                        <a14:foregroundMark x1="58166" y1="14798" x2="51902" y2="43274"/>
                        <a14:foregroundMark x1="55034" y1="19731" x2="49217" y2="41704"/>
                        <a14:foregroundMark x1="53691" y1="16143" x2="38479" y2="52691"/>
                        <a14:foregroundMark x1="38479" y1="52691" x2="47651" y2="53812"/>
                        <a14:foregroundMark x1="60403" y1="54484" x2="52573" y2="52242"/>
                        <a14:foregroundMark x1="48098" y1="51121" x2="38926" y2="61435"/>
                        <a14:foregroundMark x1="42729" y1="53587" x2="31767" y2="55381"/>
                        <a14:foregroundMark x1="46980" y1="64350" x2="49441" y2="65022"/>
                        <a14:foregroundMark x1="38926" y1="65471" x2="47651" y2="67713"/>
                        <a14:foregroundMark x1="47651" y1="67713" x2="47651" y2="67713"/>
                        <a14:foregroundMark x1="41387" y1="66592" x2="59508" y2="62108"/>
                        <a14:foregroundMark x1="67338" y1="55830" x2="55928" y2="67937"/>
                        <a14:foregroundMark x1="65996" y1="52466" x2="59060" y2="59641"/>
                        <a14:foregroundMark x1="62640" y1="41256" x2="68009" y2="60762"/>
                        <a14:foregroundMark x1="70022" y1="51794" x2="69575" y2="60314"/>
                        <a14:foregroundMark x1="66890" y1="32511" x2="60626" y2="43498"/>
                        <a14:foregroundMark x1="52796" y1="29596" x2="61074" y2="43274"/>
                        <a14:foregroundMark x1="27293" y1="37444" x2="24832" y2="47982"/>
                        <a14:foregroundMark x1="21477" y1="34753" x2="25503" y2="51570"/>
                        <a14:foregroundMark x1="20805" y1="47982" x2="23490" y2="51570"/>
                        <a14:foregroundMark x1="30872" y1="34305" x2="29978" y2="54933"/>
                        <a14:foregroundMark x1="39374" y1="33184" x2="37136" y2="47982"/>
                        <a14:foregroundMark x1="39597" y1="25785" x2="39597" y2="25785"/>
                        <a14:foregroundMark x1="43848" y1="25785" x2="46756" y2="25785"/>
                        <a14:foregroundMark x1="67785" y1="22646" x2="67785" y2="22646"/>
                        <a14:foregroundMark x1="65996" y1="22197" x2="65996" y2="22197"/>
                        <a14:foregroundMark x1="65548" y1="20179" x2="65548" y2="20179"/>
                        <a14:foregroundMark x1="65324" y1="19283" x2="65324" y2="19283"/>
                        <a14:foregroundMark x1="77405" y1="27354" x2="77405" y2="27354"/>
                        <a14:foregroundMark x1="79195" y1="28475" x2="79195" y2="28475"/>
                        <a14:foregroundMark x1="72707" y1="34753" x2="74273" y2="38117"/>
                        <a14:foregroundMark x1="76286" y1="38565" x2="76957" y2="39013"/>
                        <a14:foregroundMark x1="72036" y1="45964" x2="72036" y2="45964"/>
                        <a14:foregroundMark x1="71588" y1="47309" x2="71588" y2="47309"/>
                        <a14:foregroundMark x1="76957" y1="47085" x2="76957" y2="47085"/>
                        <a14:foregroundMark x1="66219" y1="46188" x2="66219" y2="46188"/>
                        <a14:foregroundMark x1="71365" y1="40807" x2="75839" y2="45516"/>
                        <a14:foregroundMark x1="30201" y1="92377" x2="37136" y2="94619"/>
                        <a14:foregroundMark x1="60850" y1="27578" x2="62640" y2="30269"/>
                        <a14:foregroundMark x1="67114" y1="39686" x2="68680" y2="42825"/>
                        <a14:foregroundMark x1="87919" y1="55605" x2="90157" y2="54709"/>
                        <a14:foregroundMark x1="90604" y1="60090" x2="93289" y2="78027"/>
                        <a14:backgroundMark x1="9843" y1="34753" x2="9843" y2="34753"/>
                        <a14:backgroundMark x1="9172" y1="30045" x2="11186" y2="39686"/>
                        <a14:backgroundMark x1="9620" y1="39910" x2="12528" y2="41704"/>
                        <a14:backgroundMark x1="2685" y1="43946" x2="3132" y2="48879"/>
                        <a14:backgroundMark x1="4027" y1="43946" x2="2685" y2="49103"/>
                        <a14:backgroundMark x1="20134" y1="13229" x2="20134" y2="13229"/>
                        <a14:backgroundMark x1="17450" y1="12556" x2="20358" y2="13453"/>
                        <a14:backgroundMark x1="14989" y1="12332" x2="21700" y2="13004"/>
                        <a14:backgroundMark x1="64877" y1="11883" x2="68680" y2="13229"/>
                        <a14:backgroundMark x1="68456" y1="13677" x2="72707" y2="16592"/>
                        <a14:backgroundMark x1="69351" y1="15022" x2="72707" y2="17489"/>
                        <a14:backgroundMark x1="68009" y1="14350" x2="72483" y2="15247"/>
                        <a14:backgroundMark x1="66443" y1="10090" x2="67785" y2="8744"/>
                        <a14:backgroundMark x1="66219" y1="8520" x2="66219" y2="8520"/>
                        <a14:backgroundMark x1="66219" y1="8520" x2="66890" y2="8969"/>
                        <a14:backgroundMark x1="65548" y1="9417" x2="68233" y2="8744"/>
                        <a14:backgroundMark x1="65548" y1="8296" x2="67114" y2="8296"/>
                        <a14:backgroundMark x1="66443" y1="8296" x2="65996" y2="7848"/>
                        <a14:backgroundMark x1="97315" y1="70179" x2="97092" y2="75336"/>
                        <a14:backgroundMark x1="95749" y1="73991" x2="96868" y2="76457"/>
                        <a14:backgroundMark x1="50783" y1="98655" x2="54139" y2="98655"/>
                        <a14:backgroundMark x1="59060" y1="99103" x2="52349" y2="96861"/>
                        <a14:backgroundMark x1="57718" y1="98206" x2="59955" y2="99327"/>
                        <a14:backgroundMark x1="55481" y1="98430" x2="58837" y2="98206"/>
                        <a14:backgroundMark x1="55257" y1="97758" x2="57718" y2="97758"/>
                        <a14:backgroundMark x1="95078" y1="58520" x2="95302" y2="60090"/>
                      </a14:backgroundRemoval>
                    </a14:imgEffect>
                  </a14:imgLayer>
                </a14:imgProps>
              </a:ext>
              <a:ext uri="{28A0092B-C50C-407E-A947-70E740481C1C}">
                <a14:useLocalDpi xmlns:a14="http://schemas.microsoft.com/office/drawing/2010/main" val="0"/>
              </a:ext>
            </a:extLst>
          </a:blip>
          <a:stretch>
            <a:fillRect/>
          </a:stretch>
        </p:blipFill>
        <p:spPr>
          <a:xfrm>
            <a:off x="8052581" y="148367"/>
            <a:ext cx="1029074" cy="1026772"/>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75"/>
        <p:cNvGrpSpPr/>
        <p:nvPr/>
      </p:nvGrpSpPr>
      <p:grpSpPr>
        <a:xfrm>
          <a:off x="0" y="0"/>
          <a:ext cx="0" cy="0"/>
          <a:chOff x="0" y="0"/>
          <a:chExt cx="0" cy="0"/>
        </a:xfrm>
      </p:grpSpPr>
      <p:sp>
        <p:nvSpPr>
          <p:cNvPr id="276" name="Google Shape;276;p40"/>
          <p:cNvSpPr txBox="1">
            <a:spLocks noGrp="1"/>
          </p:cNvSpPr>
          <p:nvPr>
            <p:ph type="title"/>
          </p:nvPr>
        </p:nvSpPr>
        <p:spPr>
          <a:xfrm>
            <a:off x="4764075" y="2392025"/>
            <a:ext cx="2083500" cy="5610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INTERFACE</a:t>
            </a:r>
            <a:endParaRPr/>
          </a:p>
        </p:txBody>
      </p:sp>
      <p:sp>
        <p:nvSpPr>
          <p:cNvPr id="277" name="Google Shape;277;p40"/>
          <p:cNvSpPr txBox="1">
            <a:spLocks noGrp="1"/>
          </p:cNvSpPr>
          <p:nvPr>
            <p:ph type="body" idx="1"/>
          </p:nvPr>
        </p:nvSpPr>
        <p:spPr>
          <a:xfrm>
            <a:off x="4764075" y="3207300"/>
            <a:ext cx="2732100" cy="657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Interface Jouable — 3 Modes</a:t>
            </a:r>
            <a:endParaRPr/>
          </a:p>
        </p:txBody>
      </p:sp>
      <p:sp>
        <p:nvSpPr>
          <p:cNvPr id="278" name="Google Shape;278;p40"/>
          <p:cNvSpPr txBox="1">
            <a:spLocks noGrp="1"/>
          </p:cNvSpPr>
          <p:nvPr>
            <p:ph type="title" idx="2"/>
          </p:nvPr>
        </p:nvSpPr>
        <p:spPr>
          <a:xfrm>
            <a:off x="4879875" y="1534825"/>
            <a:ext cx="1061400" cy="719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05</a:t>
            </a:r>
            <a:endParaRPr/>
          </a:p>
        </p:txBody>
      </p:sp>
      <p:grpSp>
        <p:nvGrpSpPr>
          <p:cNvPr id="279" name="Google Shape;279;p40"/>
          <p:cNvGrpSpPr/>
          <p:nvPr/>
        </p:nvGrpSpPr>
        <p:grpSpPr>
          <a:xfrm>
            <a:off x="4879875" y="3023000"/>
            <a:ext cx="1708788" cy="114325"/>
            <a:chOff x="6217037" y="3106700"/>
            <a:chExt cx="1708788" cy="114325"/>
          </a:xfrm>
        </p:grpSpPr>
        <p:sp>
          <p:nvSpPr>
            <p:cNvPr id="280" name="Google Shape;280;p40"/>
            <p:cNvSpPr/>
            <p:nvPr/>
          </p:nvSpPr>
          <p:spPr>
            <a:xfrm>
              <a:off x="6217037" y="3106725"/>
              <a:ext cx="15345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 name="Google Shape;281;p40"/>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2" name="Image 3">
            <a:extLst>
              <a:ext uri="{FF2B5EF4-FFF2-40B4-BE49-F238E27FC236}">
                <a16:creationId xmlns:a16="http://schemas.microsoft.com/office/drawing/2014/main" id="{61F0114B-341A-ABA7-F747-1D8EDFCD66CC}"/>
              </a:ext>
            </a:extLst>
          </p:cNvPr>
          <p:cNvPicPr>
            <a:picLocks noChangeAspect="1"/>
          </p:cNvPicPr>
          <p:nvPr/>
        </p:nvPicPr>
        <p:blipFill>
          <a:blip r:embed="rId2" cstate="print">
            <a:extLst>
              <a:ext uri="{BEBA8EAE-BF5A-486C-A8C5-ECC9F3942E4B}">
                <a14:imgProps xmlns:a14="http://schemas.microsoft.com/office/drawing/2010/main">
                  <a14:imgLayer r:embed="rId3">
                    <a14:imgEffect>
                      <a14:backgroundRemoval t="5157" b="94619" l="7383" r="93289">
                        <a14:foregroundMark x1="42506" y1="47085" x2="41834" y2="46413"/>
                        <a14:foregroundMark x1="34452" y1="14798" x2="24609" y2="58296"/>
                        <a14:foregroundMark x1="24609" y1="58296" x2="47875" y2="90359"/>
                        <a14:foregroundMark x1="47875" y1="90359" x2="87919" y2="81839"/>
                        <a14:foregroundMark x1="87919" y1="81839" x2="82774" y2="39910"/>
                        <a14:foregroundMark x1="65896" y1="7749" x2="64653" y2="5381"/>
                        <a14:foregroundMark x1="82774" y1="39910" x2="71569" y2="18559"/>
                        <a14:foregroundMark x1="64653" y1="5381" x2="21587" y2="13172"/>
                        <a14:foregroundMark x1="9398" y1="44139" x2="7383" y2="50673"/>
                        <a14:foregroundMark x1="17943" y1="16431" x2="13336" y2="31368"/>
                        <a14:foregroundMark x1="7383" y1="50673" x2="7383" y2="51121"/>
                        <a14:foregroundMark x1="65128" y1="5192" x2="67338" y2="5157"/>
                        <a14:foregroundMark x1="38702" y1="5605" x2="64873" y2="5196"/>
                        <a14:foregroundMark x1="58166" y1="14798" x2="51902" y2="43274"/>
                        <a14:foregroundMark x1="55034" y1="19731" x2="49217" y2="41704"/>
                        <a14:foregroundMark x1="53691" y1="16143" x2="38479" y2="52691"/>
                        <a14:foregroundMark x1="38479" y1="52691" x2="47651" y2="53812"/>
                        <a14:foregroundMark x1="60403" y1="54484" x2="52573" y2="52242"/>
                        <a14:foregroundMark x1="48098" y1="51121" x2="38926" y2="61435"/>
                        <a14:foregroundMark x1="42729" y1="53587" x2="31767" y2="55381"/>
                        <a14:foregroundMark x1="46980" y1="64350" x2="49441" y2="65022"/>
                        <a14:foregroundMark x1="38926" y1="65471" x2="47651" y2="67713"/>
                        <a14:foregroundMark x1="47651" y1="67713" x2="47651" y2="67713"/>
                        <a14:foregroundMark x1="41387" y1="66592" x2="59508" y2="62108"/>
                        <a14:foregroundMark x1="67338" y1="55830" x2="55928" y2="67937"/>
                        <a14:foregroundMark x1="65996" y1="52466" x2="59060" y2="59641"/>
                        <a14:foregroundMark x1="62640" y1="41256" x2="68009" y2="60762"/>
                        <a14:foregroundMark x1="70022" y1="51794" x2="69575" y2="60314"/>
                        <a14:foregroundMark x1="66890" y1="32511" x2="60626" y2="43498"/>
                        <a14:foregroundMark x1="52796" y1="29596" x2="61074" y2="43274"/>
                        <a14:foregroundMark x1="27293" y1="37444" x2="24832" y2="47982"/>
                        <a14:foregroundMark x1="21477" y1="34753" x2="25503" y2="51570"/>
                        <a14:foregroundMark x1="20805" y1="47982" x2="23490" y2="51570"/>
                        <a14:foregroundMark x1="30872" y1="34305" x2="29978" y2="54933"/>
                        <a14:foregroundMark x1="39374" y1="33184" x2="37136" y2="47982"/>
                        <a14:foregroundMark x1="39597" y1="25785" x2="39597" y2="25785"/>
                        <a14:foregroundMark x1="43848" y1="25785" x2="46756" y2="25785"/>
                        <a14:foregroundMark x1="67785" y1="22646" x2="67785" y2="22646"/>
                        <a14:foregroundMark x1="65996" y1="22197" x2="65996" y2="22197"/>
                        <a14:foregroundMark x1="65548" y1="20179" x2="65548" y2="20179"/>
                        <a14:foregroundMark x1="65324" y1="19283" x2="65324" y2="19283"/>
                        <a14:foregroundMark x1="77405" y1="27354" x2="77405" y2="27354"/>
                        <a14:foregroundMark x1="79195" y1="28475" x2="79195" y2="28475"/>
                        <a14:foregroundMark x1="72707" y1="34753" x2="74273" y2="38117"/>
                        <a14:foregroundMark x1="76286" y1="38565" x2="76957" y2="39013"/>
                        <a14:foregroundMark x1="72036" y1="45964" x2="72036" y2="45964"/>
                        <a14:foregroundMark x1="71588" y1="47309" x2="71588" y2="47309"/>
                        <a14:foregroundMark x1="76957" y1="47085" x2="76957" y2="47085"/>
                        <a14:foregroundMark x1="66219" y1="46188" x2="66219" y2="46188"/>
                        <a14:foregroundMark x1="71365" y1="40807" x2="75839" y2="45516"/>
                        <a14:foregroundMark x1="30201" y1="92377" x2="37136" y2="94619"/>
                        <a14:foregroundMark x1="60850" y1="27578" x2="62640" y2="30269"/>
                        <a14:foregroundMark x1="67114" y1="39686" x2="68680" y2="42825"/>
                        <a14:foregroundMark x1="87919" y1="55605" x2="90157" y2="54709"/>
                        <a14:foregroundMark x1="90604" y1="60090" x2="93289" y2="78027"/>
                        <a14:backgroundMark x1="9843" y1="34753" x2="9843" y2="34753"/>
                        <a14:backgroundMark x1="9172" y1="30045" x2="11186" y2="39686"/>
                        <a14:backgroundMark x1="9620" y1="39910" x2="12528" y2="41704"/>
                        <a14:backgroundMark x1="2685" y1="43946" x2="3132" y2="48879"/>
                        <a14:backgroundMark x1="4027" y1="43946" x2="2685" y2="49103"/>
                        <a14:backgroundMark x1="20134" y1="13229" x2="20134" y2="13229"/>
                        <a14:backgroundMark x1="17450" y1="12556" x2="20358" y2="13453"/>
                        <a14:backgroundMark x1="14989" y1="12332" x2="21700" y2="13004"/>
                        <a14:backgroundMark x1="64877" y1="11883" x2="68680" y2="13229"/>
                        <a14:backgroundMark x1="68456" y1="13677" x2="72707" y2="16592"/>
                        <a14:backgroundMark x1="69351" y1="15022" x2="72707" y2="17489"/>
                        <a14:backgroundMark x1="68009" y1="14350" x2="72483" y2="15247"/>
                        <a14:backgroundMark x1="66443" y1="10090" x2="67785" y2="8744"/>
                        <a14:backgroundMark x1="66219" y1="8520" x2="66219" y2="8520"/>
                        <a14:backgroundMark x1="66219" y1="8520" x2="66890" y2="8969"/>
                        <a14:backgroundMark x1="65548" y1="9417" x2="68233" y2="8744"/>
                        <a14:backgroundMark x1="65548" y1="8296" x2="67114" y2="8296"/>
                        <a14:backgroundMark x1="66443" y1="8296" x2="65996" y2="7848"/>
                        <a14:backgroundMark x1="97315" y1="70179" x2="97092" y2="75336"/>
                        <a14:backgroundMark x1="95749" y1="73991" x2="96868" y2="76457"/>
                        <a14:backgroundMark x1="50783" y1="98655" x2="54139" y2="98655"/>
                        <a14:backgroundMark x1="59060" y1="99103" x2="52349" y2="96861"/>
                        <a14:backgroundMark x1="57718" y1="98206" x2="59955" y2="99327"/>
                        <a14:backgroundMark x1="55481" y1="98430" x2="58837" y2="98206"/>
                        <a14:backgroundMark x1="55257" y1="97758" x2="57718" y2="97758"/>
                        <a14:backgroundMark x1="95078" y1="58520" x2="95302" y2="60090"/>
                      </a14:backgroundRemoval>
                    </a14:imgEffect>
                  </a14:imgLayer>
                </a14:imgProps>
              </a:ext>
              <a:ext uri="{28A0092B-C50C-407E-A947-70E740481C1C}">
                <a14:useLocalDpi xmlns:a14="http://schemas.microsoft.com/office/drawing/2010/main" val="0"/>
              </a:ext>
            </a:extLst>
          </a:blip>
          <a:stretch>
            <a:fillRect/>
          </a:stretch>
        </p:blipFill>
        <p:spPr>
          <a:xfrm>
            <a:off x="120854" y="0"/>
            <a:ext cx="1029074" cy="1026772"/>
          </a:xfrm>
          <a:prstGeom prst="rect">
            <a:avLst/>
          </a:prstGeom>
        </p:spPr>
      </p:pic>
      <p:pic>
        <p:nvPicPr>
          <p:cNvPr id="4" name="Image 3">
            <a:extLst>
              <a:ext uri="{FF2B5EF4-FFF2-40B4-BE49-F238E27FC236}">
                <a16:creationId xmlns:a16="http://schemas.microsoft.com/office/drawing/2014/main" id="{D00D2801-BF3E-5D76-2C79-AE54828E6A8A}"/>
              </a:ext>
            </a:extLst>
          </p:cNvPr>
          <p:cNvPicPr>
            <a:picLocks noChangeAspect="1"/>
          </p:cNvPicPr>
          <p:nvPr/>
        </p:nvPicPr>
        <p:blipFill>
          <a:blip r:embed="rId4"/>
          <a:stretch>
            <a:fillRect/>
          </a:stretch>
        </p:blipFill>
        <p:spPr>
          <a:xfrm>
            <a:off x="1218336" y="242562"/>
            <a:ext cx="2896004" cy="4658375"/>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85"/>
        <p:cNvGrpSpPr/>
        <p:nvPr/>
      </p:nvGrpSpPr>
      <p:grpSpPr>
        <a:xfrm>
          <a:off x="0" y="0"/>
          <a:ext cx="0" cy="0"/>
          <a:chOff x="0" y="0"/>
          <a:chExt cx="0" cy="0"/>
        </a:xfrm>
      </p:grpSpPr>
      <p:sp>
        <p:nvSpPr>
          <p:cNvPr id="286" name="Google Shape;286;p41"/>
          <p:cNvSpPr txBox="1">
            <a:spLocks noGrp="1"/>
          </p:cNvSpPr>
          <p:nvPr>
            <p:ph type="title"/>
          </p:nvPr>
        </p:nvSpPr>
        <p:spPr>
          <a:xfrm flipH="1">
            <a:off x="720000" y="540000"/>
            <a:ext cx="7704000" cy="47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dk1"/>
                </a:solidFill>
              </a:rPr>
              <a:t>Interface Jouable — </a:t>
            </a:r>
            <a:r>
              <a:rPr lang="en">
                <a:solidFill>
                  <a:schemeClr val="lt1"/>
                </a:solidFill>
              </a:rPr>
              <a:t>3 Modes</a:t>
            </a:r>
            <a:endParaRPr>
              <a:solidFill>
                <a:schemeClr val="lt1"/>
              </a:solidFill>
            </a:endParaRPr>
          </a:p>
        </p:txBody>
      </p:sp>
      <p:sp>
        <p:nvSpPr>
          <p:cNvPr id="287" name="Google Shape;287;p41"/>
          <p:cNvSpPr txBox="1">
            <a:spLocks noGrp="1"/>
          </p:cNvSpPr>
          <p:nvPr>
            <p:ph type="subTitle" idx="1"/>
          </p:nvPr>
        </p:nvSpPr>
        <p:spPr>
          <a:xfrm>
            <a:off x="810491" y="2883675"/>
            <a:ext cx="2359784" cy="967888"/>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Deux joueurs humains s'affrontent sur le plateau 3×3. Tour par tour, saisie interactive.</a:t>
            </a:r>
            <a:endParaRPr dirty="0"/>
          </a:p>
        </p:txBody>
      </p:sp>
      <p:sp>
        <p:nvSpPr>
          <p:cNvPr id="288" name="Google Shape;288;p41"/>
          <p:cNvSpPr txBox="1">
            <a:spLocks noGrp="1"/>
          </p:cNvSpPr>
          <p:nvPr>
            <p:ph type="subTitle" idx="3"/>
          </p:nvPr>
        </p:nvSpPr>
        <p:spPr>
          <a:xfrm>
            <a:off x="3170275" y="2883675"/>
            <a:ext cx="2803302" cy="776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L'IA utilise nos modèles ML pour évaluer chaque positionet choisir son coup optimal. (x_wins &amp; is_draw)</a:t>
            </a:r>
            <a:endParaRPr dirty="0"/>
          </a:p>
        </p:txBody>
      </p:sp>
      <p:sp>
        <p:nvSpPr>
          <p:cNvPr id="289" name="Google Shape;289;p41"/>
          <p:cNvSpPr txBox="1">
            <a:spLocks noGrp="1"/>
          </p:cNvSpPr>
          <p:nvPr>
            <p:ph type="subTitle" idx="2"/>
          </p:nvPr>
        </p:nvSpPr>
        <p:spPr>
          <a:xfrm>
            <a:off x="5700010" y="2883674"/>
            <a:ext cx="2754789" cy="967889"/>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dirty="0"/>
              <a:t>Minimax-AlphaBeta profondeur 3, puis ML comme évaluateur des feuilles.</a:t>
            </a:r>
            <a:endParaRPr dirty="0"/>
          </a:p>
        </p:txBody>
      </p:sp>
      <p:sp>
        <p:nvSpPr>
          <p:cNvPr id="290" name="Google Shape;290;p41"/>
          <p:cNvSpPr txBox="1">
            <a:spLocks noGrp="1"/>
          </p:cNvSpPr>
          <p:nvPr>
            <p:ph type="subTitle" idx="4"/>
          </p:nvPr>
        </p:nvSpPr>
        <p:spPr>
          <a:xfrm>
            <a:off x="948475" y="2533775"/>
            <a:ext cx="2221800" cy="477600"/>
          </a:xfrm>
          <a:prstGeom prst="rect">
            <a:avLst/>
          </a:prstGeom>
        </p:spPr>
        <p:txBody>
          <a:bodyPr spcFirstLastPara="1" wrap="square" lIns="91425" tIns="91425" rIns="91425" bIns="91425" anchor="ctr" anchorCtr="0">
            <a:noAutofit/>
          </a:bodyPr>
          <a:lstStyle/>
          <a:p>
            <a:pPr marL="0" lvl="0" indent="0"/>
            <a:r>
              <a:rPr lang="en" dirty="0"/>
              <a:t>JOUEUR vs JOUEUR</a:t>
            </a:r>
            <a:endParaRPr dirty="0"/>
          </a:p>
        </p:txBody>
      </p:sp>
      <p:sp>
        <p:nvSpPr>
          <p:cNvPr id="291" name="Google Shape;291;p41"/>
          <p:cNvSpPr txBox="1">
            <a:spLocks noGrp="1"/>
          </p:cNvSpPr>
          <p:nvPr>
            <p:ph type="subTitle" idx="5"/>
          </p:nvPr>
        </p:nvSpPr>
        <p:spPr>
          <a:xfrm>
            <a:off x="3461019" y="2533775"/>
            <a:ext cx="2221800" cy="47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t>vs IA (ML)</a:t>
            </a:r>
            <a:endParaRPr/>
          </a:p>
        </p:txBody>
      </p:sp>
      <p:sp>
        <p:nvSpPr>
          <p:cNvPr id="292" name="Google Shape;292;p41"/>
          <p:cNvSpPr txBox="1">
            <a:spLocks noGrp="1"/>
          </p:cNvSpPr>
          <p:nvPr>
            <p:ph type="subTitle" idx="6"/>
          </p:nvPr>
        </p:nvSpPr>
        <p:spPr>
          <a:xfrm>
            <a:off x="5973577" y="2533775"/>
            <a:ext cx="2221800" cy="47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vs IA (HYBRIDE)</a:t>
            </a:r>
            <a:endParaRPr/>
          </a:p>
        </p:txBody>
      </p:sp>
      <p:grpSp>
        <p:nvGrpSpPr>
          <p:cNvPr id="293" name="Google Shape;293;p41"/>
          <p:cNvGrpSpPr/>
          <p:nvPr/>
        </p:nvGrpSpPr>
        <p:grpSpPr>
          <a:xfrm>
            <a:off x="713150" y="1090100"/>
            <a:ext cx="7717800" cy="114325"/>
            <a:chOff x="208025" y="3106700"/>
            <a:chExt cx="7717800" cy="114325"/>
          </a:xfrm>
        </p:grpSpPr>
        <p:sp>
          <p:nvSpPr>
            <p:cNvPr id="294" name="Google Shape;294;p41"/>
            <p:cNvSpPr/>
            <p:nvPr/>
          </p:nvSpPr>
          <p:spPr>
            <a:xfrm>
              <a:off x="208025" y="3106725"/>
              <a:ext cx="75435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 name="Google Shape;295;p41"/>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2" name="Image 3">
            <a:extLst>
              <a:ext uri="{FF2B5EF4-FFF2-40B4-BE49-F238E27FC236}">
                <a16:creationId xmlns:a16="http://schemas.microsoft.com/office/drawing/2014/main" id="{F2965131-8A4B-409E-36B2-D7F35F7A9CD5}"/>
              </a:ext>
            </a:extLst>
          </p:cNvPr>
          <p:cNvPicPr>
            <a:picLocks noChangeAspect="1"/>
          </p:cNvPicPr>
          <p:nvPr/>
        </p:nvPicPr>
        <p:blipFill>
          <a:blip r:embed="rId2" cstate="print">
            <a:extLst>
              <a:ext uri="{BEBA8EAE-BF5A-486C-A8C5-ECC9F3942E4B}">
                <a14:imgProps xmlns:a14="http://schemas.microsoft.com/office/drawing/2010/main">
                  <a14:imgLayer r:embed="rId3">
                    <a14:imgEffect>
                      <a14:backgroundRemoval t="5157" b="94619" l="7383" r="93289">
                        <a14:foregroundMark x1="42506" y1="47085" x2="41834" y2="46413"/>
                        <a14:foregroundMark x1="34452" y1="14798" x2="24609" y2="58296"/>
                        <a14:foregroundMark x1="24609" y1="58296" x2="47875" y2="90359"/>
                        <a14:foregroundMark x1="47875" y1="90359" x2="87919" y2="81839"/>
                        <a14:foregroundMark x1="87919" y1="81839" x2="82774" y2="39910"/>
                        <a14:foregroundMark x1="65896" y1="7749" x2="64653" y2="5381"/>
                        <a14:foregroundMark x1="82774" y1="39910" x2="71569" y2="18559"/>
                        <a14:foregroundMark x1="64653" y1="5381" x2="21587" y2="13172"/>
                        <a14:foregroundMark x1="9398" y1="44139" x2="7383" y2="50673"/>
                        <a14:foregroundMark x1="17943" y1="16431" x2="13336" y2="31368"/>
                        <a14:foregroundMark x1="7383" y1="50673" x2="7383" y2="51121"/>
                        <a14:foregroundMark x1="65128" y1="5192" x2="67338" y2="5157"/>
                        <a14:foregroundMark x1="38702" y1="5605" x2="64873" y2="5196"/>
                        <a14:foregroundMark x1="58166" y1="14798" x2="51902" y2="43274"/>
                        <a14:foregroundMark x1="55034" y1="19731" x2="49217" y2="41704"/>
                        <a14:foregroundMark x1="53691" y1="16143" x2="38479" y2="52691"/>
                        <a14:foregroundMark x1="38479" y1="52691" x2="47651" y2="53812"/>
                        <a14:foregroundMark x1="60403" y1="54484" x2="52573" y2="52242"/>
                        <a14:foregroundMark x1="48098" y1="51121" x2="38926" y2="61435"/>
                        <a14:foregroundMark x1="42729" y1="53587" x2="31767" y2="55381"/>
                        <a14:foregroundMark x1="46980" y1="64350" x2="49441" y2="65022"/>
                        <a14:foregroundMark x1="38926" y1="65471" x2="47651" y2="67713"/>
                        <a14:foregroundMark x1="47651" y1="67713" x2="47651" y2="67713"/>
                        <a14:foregroundMark x1="41387" y1="66592" x2="59508" y2="62108"/>
                        <a14:foregroundMark x1="67338" y1="55830" x2="55928" y2="67937"/>
                        <a14:foregroundMark x1="65996" y1="52466" x2="59060" y2="59641"/>
                        <a14:foregroundMark x1="62640" y1="41256" x2="68009" y2="60762"/>
                        <a14:foregroundMark x1="70022" y1="51794" x2="69575" y2="60314"/>
                        <a14:foregroundMark x1="66890" y1="32511" x2="60626" y2="43498"/>
                        <a14:foregroundMark x1="52796" y1="29596" x2="61074" y2="43274"/>
                        <a14:foregroundMark x1="27293" y1="37444" x2="24832" y2="47982"/>
                        <a14:foregroundMark x1="21477" y1="34753" x2="25503" y2="51570"/>
                        <a14:foregroundMark x1="20805" y1="47982" x2="23490" y2="51570"/>
                        <a14:foregroundMark x1="30872" y1="34305" x2="29978" y2="54933"/>
                        <a14:foregroundMark x1="39374" y1="33184" x2="37136" y2="47982"/>
                        <a14:foregroundMark x1="39597" y1="25785" x2="39597" y2="25785"/>
                        <a14:foregroundMark x1="43848" y1="25785" x2="46756" y2="25785"/>
                        <a14:foregroundMark x1="67785" y1="22646" x2="67785" y2="22646"/>
                        <a14:foregroundMark x1="65996" y1="22197" x2="65996" y2="22197"/>
                        <a14:foregroundMark x1="65548" y1="20179" x2="65548" y2="20179"/>
                        <a14:foregroundMark x1="65324" y1="19283" x2="65324" y2="19283"/>
                        <a14:foregroundMark x1="77405" y1="27354" x2="77405" y2="27354"/>
                        <a14:foregroundMark x1="79195" y1="28475" x2="79195" y2="28475"/>
                        <a14:foregroundMark x1="72707" y1="34753" x2="74273" y2="38117"/>
                        <a14:foregroundMark x1="76286" y1="38565" x2="76957" y2="39013"/>
                        <a14:foregroundMark x1="72036" y1="45964" x2="72036" y2="45964"/>
                        <a14:foregroundMark x1="71588" y1="47309" x2="71588" y2="47309"/>
                        <a14:foregroundMark x1="76957" y1="47085" x2="76957" y2="47085"/>
                        <a14:foregroundMark x1="66219" y1="46188" x2="66219" y2="46188"/>
                        <a14:foregroundMark x1="71365" y1="40807" x2="75839" y2="45516"/>
                        <a14:foregroundMark x1="30201" y1="92377" x2="37136" y2="94619"/>
                        <a14:foregroundMark x1="60850" y1="27578" x2="62640" y2="30269"/>
                        <a14:foregroundMark x1="67114" y1="39686" x2="68680" y2="42825"/>
                        <a14:foregroundMark x1="87919" y1="55605" x2="90157" y2="54709"/>
                        <a14:foregroundMark x1="90604" y1="60090" x2="93289" y2="78027"/>
                        <a14:backgroundMark x1="9843" y1="34753" x2="9843" y2="34753"/>
                        <a14:backgroundMark x1="9172" y1="30045" x2="11186" y2="39686"/>
                        <a14:backgroundMark x1="9620" y1="39910" x2="12528" y2="41704"/>
                        <a14:backgroundMark x1="2685" y1="43946" x2="3132" y2="48879"/>
                        <a14:backgroundMark x1="4027" y1="43946" x2="2685" y2="49103"/>
                        <a14:backgroundMark x1="20134" y1="13229" x2="20134" y2="13229"/>
                        <a14:backgroundMark x1="17450" y1="12556" x2="20358" y2="13453"/>
                        <a14:backgroundMark x1="14989" y1="12332" x2="21700" y2="13004"/>
                        <a14:backgroundMark x1="64877" y1="11883" x2="68680" y2="13229"/>
                        <a14:backgroundMark x1="68456" y1="13677" x2="72707" y2="16592"/>
                        <a14:backgroundMark x1="69351" y1="15022" x2="72707" y2="17489"/>
                        <a14:backgroundMark x1="68009" y1="14350" x2="72483" y2="15247"/>
                        <a14:backgroundMark x1="66443" y1="10090" x2="67785" y2="8744"/>
                        <a14:backgroundMark x1="66219" y1="8520" x2="66219" y2="8520"/>
                        <a14:backgroundMark x1="66219" y1="8520" x2="66890" y2="8969"/>
                        <a14:backgroundMark x1="65548" y1="9417" x2="68233" y2="8744"/>
                        <a14:backgroundMark x1="65548" y1="8296" x2="67114" y2="8296"/>
                        <a14:backgroundMark x1="66443" y1="8296" x2="65996" y2="7848"/>
                        <a14:backgroundMark x1="97315" y1="70179" x2="97092" y2="75336"/>
                        <a14:backgroundMark x1="95749" y1="73991" x2="96868" y2="76457"/>
                        <a14:backgroundMark x1="50783" y1="98655" x2="54139" y2="98655"/>
                        <a14:backgroundMark x1="59060" y1="99103" x2="52349" y2="96861"/>
                        <a14:backgroundMark x1="57718" y1="98206" x2="59955" y2="99327"/>
                        <a14:backgroundMark x1="55481" y1="98430" x2="58837" y2="98206"/>
                        <a14:backgroundMark x1="55257" y1="97758" x2="57718" y2="97758"/>
                        <a14:backgroundMark x1="95078" y1="58520" x2="95302" y2="60090"/>
                      </a14:backgroundRemoval>
                    </a14:imgEffect>
                  </a14:imgLayer>
                </a14:imgProps>
              </a:ext>
              <a:ext uri="{28A0092B-C50C-407E-A947-70E740481C1C}">
                <a14:useLocalDpi xmlns:a14="http://schemas.microsoft.com/office/drawing/2010/main" val="0"/>
              </a:ext>
            </a:extLst>
          </a:blip>
          <a:stretch>
            <a:fillRect/>
          </a:stretch>
        </p:blipFill>
        <p:spPr>
          <a:xfrm>
            <a:off x="8114926" y="63328"/>
            <a:ext cx="1029074" cy="102677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75"/>
        <p:cNvGrpSpPr/>
        <p:nvPr/>
      </p:nvGrpSpPr>
      <p:grpSpPr>
        <a:xfrm>
          <a:off x="0" y="0"/>
          <a:ext cx="0" cy="0"/>
          <a:chOff x="0" y="0"/>
          <a:chExt cx="0" cy="0"/>
        </a:xfrm>
      </p:grpSpPr>
      <p:sp>
        <p:nvSpPr>
          <p:cNvPr id="276" name="Google Shape;276;p40"/>
          <p:cNvSpPr txBox="1">
            <a:spLocks noGrp="1"/>
          </p:cNvSpPr>
          <p:nvPr>
            <p:ph type="title"/>
          </p:nvPr>
        </p:nvSpPr>
        <p:spPr>
          <a:xfrm>
            <a:off x="4764075" y="2392025"/>
            <a:ext cx="2083500" cy="5610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Q&amp;A &amp; ÉQUIPE</a:t>
            </a:r>
            <a:endParaRPr/>
          </a:p>
        </p:txBody>
      </p:sp>
      <p:sp>
        <p:nvSpPr>
          <p:cNvPr id="277" name="Google Shape;277;p40"/>
          <p:cNvSpPr txBox="1">
            <a:spLocks noGrp="1"/>
          </p:cNvSpPr>
          <p:nvPr>
            <p:ph type="body" idx="1"/>
          </p:nvPr>
        </p:nvSpPr>
        <p:spPr>
          <a:xfrm>
            <a:off x="4764075" y="3207300"/>
            <a:ext cx="2732100" cy="657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Réponses Q1–Q4 &amp; Notre Équipe</a:t>
            </a:r>
            <a:endParaRPr/>
          </a:p>
        </p:txBody>
      </p:sp>
      <p:sp>
        <p:nvSpPr>
          <p:cNvPr id="278" name="Google Shape;278;p40"/>
          <p:cNvSpPr txBox="1">
            <a:spLocks noGrp="1"/>
          </p:cNvSpPr>
          <p:nvPr>
            <p:ph type="title" idx="2"/>
          </p:nvPr>
        </p:nvSpPr>
        <p:spPr>
          <a:xfrm>
            <a:off x="4879875" y="1534825"/>
            <a:ext cx="1061400" cy="719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06</a:t>
            </a:r>
            <a:endParaRPr/>
          </a:p>
        </p:txBody>
      </p:sp>
      <p:grpSp>
        <p:nvGrpSpPr>
          <p:cNvPr id="279" name="Google Shape;279;p40"/>
          <p:cNvGrpSpPr/>
          <p:nvPr/>
        </p:nvGrpSpPr>
        <p:grpSpPr>
          <a:xfrm>
            <a:off x="4879875" y="3023000"/>
            <a:ext cx="1708788" cy="114325"/>
            <a:chOff x="6217037" y="3106700"/>
            <a:chExt cx="1708788" cy="114325"/>
          </a:xfrm>
        </p:grpSpPr>
        <p:sp>
          <p:nvSpPr>
            <p:cNvPr id="280" name="Google Shape;280;p40"/>
            <p:cNvSpPr/>
            <p:nvPr/>
          </p:nvSpPr>
          <p:spPr>
            <a:xfrm>
              <a:off x="6217037" y="3106725"/>
              <a:ext cx="15345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 name="Google Shape;281;p40"/>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2" name="Image 3">
            <a:extLst>
              <a:ext uri="{FF2B5EF4-FFF2-40B4-BE49-F238E27FC236}">
                <a16:creationId xmlns:a16="http://schemas.microsoft.com/office/drawing/2014/main" id="{D57425B7-EBD2-EDBB-9B08-D65293DD5C36}"/>
              </a:ext>
            </a:extLst>
          </p:cNvPr>
          <p:cNvPicPr>
            <a:picLocks noChangeAspect="1"/>
          </p:cNvPicPr>
          <p:nvPr/>
        </p:nvPicPr>
        <p:blipFill>
          <a:blip r:embed="rId2" cstate="print">
            <a:extLst>
              <a:ext uri="{BEBA8EAE-BF5A-486C-A8C5-ECC9F3942E4B}">
                <a14:imgProps xmlns:a14="http://schemas.microsoft.com/office/drawing/2010/main">
                  <a14:imgLayer r:embed="rId3">
                    <a14:imgEffect>
                      <a14:backgroundRemoval t="5157" b="94619" l="7383" r="93289">
                        <a14:foregroundMark x1="42506" y1="47085" x2="41834" y2="46413"/>
                        <a14:foregroundMark x1="34452" y1="14798" x2="24609" y2="58296"/>
                        <a14:foregroundMark x1="24609" y1="58296" x2="47875" y2="90359"/>
                        <a14:foregroundMark x1="47875" y1="90359" x2="87919" y2="81839"/>
                        <a14:foregroundMark x1="87919" y1="81839" x2="82774" y2="39910"/>
                        <a14:foregroundMark x1="65896" y1="7749" x2="64653" y2="5381"/>
                        <a14:foregroundMark x1="82774" y1="39910" x2="71569" y2="18559"/>
                        <a14:foregroundMark x1="64653" y1="5381" x2="21587" y2="13172"/>
                        <a14:foregroundMark x1="9398" y1="44139" x2="7383" y2="50673"/>
                        <a14:foregroundMark x1="17943" y1="16431" x2="13336" y2="31368"/>
                        <a14:foregroundMark x1="7383" y1="50673" x2="7383" y2="51121"/>
                        <a14:foregroundMark x1="65128" y1="5192" x2="67338" y2="5157"/>
                        <a14:foregroundMark x1="38702" y1="5605" x2="64873" y2="5196"/>
                        <a14:foregroundMark x1="58166" y1="14798" x2="51902" y2="43274"/>
                        <a14:foregroundMark x1="55034" y1="19731" x2="49217" y2="41704"/>
                        <a14:foregroundMark x1="53691" y1="16143" x2="38479" y2="52691"/>
                        <a14:foregroundMark x1="38479" y1="52691" x2="47651" y2="53812"/>
                        <a14:foregroundMark x1="60403" y1="54484" x2="52573" y2="52242"/>
                        <a14:foregroundMark x1="48098" y1="51121" x2="38926" y2="61435"/>
                        <a14:foregroundMark x1="42729" y1="53587" x2="31767" y2="55381"/>
                        <a14:foregroundMark x1="46980" y1="64350" x2="49441" y2="65022"/>
                        <a14:foregroundMark x1="38926" y1="65471" x2="47651" y2="67713"/>
                        <a14:foregroundMark x1="47651" y1="67713" x2="47651" y2="67713"/>
                        <a14:foregroundMark x1="41387" y1="66592" x2="59508" y2="62108"/>
                        <a14:foregroundMark x1="67338" y1="55830" x2="55928" y2="67937"/>
                        <a14:foregroundMark x1="65996" y1="52466" x2="59060" y2="59641"/>
                        <a14:foregroundMark x1="62640" y1="41256" x2="68009" y2="60762"/>
                        <a14:foregroundMark x1="70022" y1="51794" x2="69575" y2="60314"/>
                        <a14:foregroundMark x1="66890" y1="32511" x2="60626" y2="43498"/>
                        <a14:foregroundMark x1="52796" y1="29596" x2="61074" y2="43274"/>
                        <a14:foregroundMark x1="27293" y1="37444" x2="24832" y2="47982"/>
                        <a14:foregroundMark x1="21477" y1="34753" x2="25503" y2="51570"/>
                        <a14:foregroundMark x1="20805" y1="47982" x2="23490" y2="51570"/>
                        <a14:foregroundMark x1="30872" y1="34305" x2="29978" y2="54933"/>
                        <a14:foregroundMark x1="39374" y1="33184" x2="37136" y2="47982"/>
                        <a14:foregroundMark x1="39597" y1="25785" x2="39597" y2="25785"/>
                        <a14:foregroundMark x1="43848" y1="25785" x2="46756" y2="25785"/>
                        <a14:foregroundMark x1="67785" y1="22646" x2="67785" y2="22646"/>
                        <a14:foregroundMark x1="65996" y1="22197" x2="65996" y2="22197"/>
                        <a14:foregroundMark x1="65548" y1="20179" x2="65548" y2="20179"/>
                        <a14:foregroundMark x1="65324" y1="19283" x2="65324" y2="19283"/>
                        <a14:foregroundMark x1="77405" y1="27354" x2="77405" y2="27354"/>
                        <a14:foregroundMark x1="79195" y1="28475" x2="79195" y2="28475"/>
                        <a14:foregroundMark x1="72707" y1="34753" x2="74273" y2="38117"/>
                        <a14:foregroundMark x1="76286" y1="38565" x2="76957" y2="39013"/>
                        <a14:foregroundMark x1="72036" y1="45964" x2="72036" y2="45964"/>
                        <a14:foregroundMark x1="71588" y1="47309" x2="71588" y2="47309"/>
                        <a14:foregroundMark x1="76957" y1="47085" x2="76957" y2="47085"/>
                        <a14:foregroundMark x1="66219" y1="46188" x2="66219" y2="46188"/>
                        <a14:foregroundMark x1="71365" y1="40807" x2="75839" y2="45516"/>
                        <a14:foregroundMark x1="30201" y1="92377" x2="37136" y2="94619"/>
                        <a14:foregroundMark x1="60850" y1="27578" x2="62640" y2="30269"/>
                        <a14:foregroundMark x1="67114" y1="39686" x2="68680" y2="42825"/>
                        <a14:foregroundMark x1="87919" y1="55605" x2="90157" y2="54709"/>
                        <a14:foregroundMark x1="90604" y1="60090" x2="93289" y2="78027"/>
                        <a14:backgroundMark x1="9843" y1="34753" x2="9843" y2="34753"/>
                        <a14:backgroundMark x1="9172" y1="30045" x2="11186" y2="39686"/>
                        <a14:backgroundMark x1="9620" y1="39910" x2="12528" y2="41704"/>
                        <a14:backgroundMark x1="2685" y1="43946" x2="3132" y2="48879"/>
                        <a14:backgroundMark x1="4027" y1="43946" x2="2685" y2="49103"/>
                        <a14:backgroundMark x1="20134" y1="13229" x2="20134" y2="13229"/>
                        <a14:backgroundMark x1="17450" y1="12556" x2="20358" y2="13453"/>
                        <a14:backgroundMark x1="14989" y1="12332" x2="21700" y2="13004"/>
                        <a14:backgroundMark x1="64877" y1="11883" x2="68680" y2="13229"/>
                        <a14:backgroundMark x1="68456" y1="13677" x2="72707" y2="16592"/>
                        <a14:backgroundMark x1="69351" y1="15022" x2="72707" y2="17489"/>
                        <a14:backgroundMark x1="68009" y1="14350" x2="72483" y2="15247"/>
                        <a14:backgroundMark x1="66443" y1="10090" x2="67785" y2="8744"/>
                        <a14:backgroundMark x1="66219" y1="8520" x2="66219" y2="8520"/>
                        <a14:backgroundMark x1="66219" y1="8520" x2="66890" y2="8969"/>
                        <a14:backgroundMark x1="65548" y1="9417" x2="68233" y2="8744"/>
                        <a14:backgroundMark x1="65548" y1="8296" x2="67114" y2="8296"/>
                        <a14:backgroundMark x1="66443" y1="8296" x2="65996" y2="7848"/>
                        <a14:backgroundMark x1="97315" y1="70179" x2="97092" y2="75336"/>
                        <a14:backgroundMark x1="95749" y1="73991" x2="96868" y2="76457"/>
                        <a14:backgroundMark x1="50783" y1="98655" x2="54139" y2="98655"/>
                        <a14:backgroundMark x1="59060" y1="99103" x2="52349" y2="96861"/>
                        <a14:backgroundMark x1="57718" y1="98206" x2="59955" y2="99327"/>
                        <a14:backgroundMark x1="55481" y1="98430" x2="58837" y2="98206"/>
                        <a14:backgroundMark x1="55257" y1="97758" x2="57718" y2="97758"/>
                        <a14:backgroundMark x1="95078" y1="58520" x2="95302" y2="60090"/>
                      </a14:backgroundRemoval>
                    </a14:imgEffect>
                  </a14:imgLayer>
                </a14:imgProps>
              </a:ext>
              <a:ext uri="{28A0092B-C50C-407E-A947-70E740481C1C}">
                <a14:useLocalDpi xmlns:a14="http://schemas.microsoft.com/office/drawing/2010/main" val="0"/>
              </a:ext>
            </a:extLst>
          </a:blip>
          <a:stretch>
            <a:fillRect/>
          </a:stretch>
        </p:blipFill>
        <p:spPr>
          <a:xfrm>
            <a:off x="120854" y="0"/>
            <a:ext cx="1029074" cy="1026772"/>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94"/>
        <p:cNvGrpSpPr/>
        <p:nvPr/>
      </p:nvGrpSpPr>
      <p:grpSpPr>
        <a:xfrm>
          <a:off x="0" y="0"/>
          <a:ext cx="0" cy="0"/>
          <a:chOff x="0" y="0"/>
          <a:chExt cx="0" cy="0"/>
        </a:xfrm>
      </p:grpSpPr>
      <p:sp>
        <p:nvSpPr>
          <p:cNvPr id="395" name="Google Shape;395;p51"/>
          <p:cNvSpPr txBox="1">
            <a:spLocks noGrp="1"/>
          </p:cNvSpPr>
          <p:nvPr>
            <p:ph type="title"/>
          </p:nvPr>
        </p:nvSpPr>
        <p:spPr>
          <a:xfrm>
            <a:off x="720000" y="540000"/>
            <a:ext cx="7704000" cy="477600"/>
          </a:xfrm>
          <a:prstGeom prst="rect">
            <a:avLst/>
          </a:prstGeom>
          <a:solidFill>
            <a:srgbClr val="000000">
              <a:alpha val="67590"/>
            </a:srgbClr>
          </a:solidFill>
        </p:spPr>
        <p:txBody>
          <a:bodyPr spcFirstLastPara="1" wrap="square" lIns="91425" tIns="91425" rIns="91425" bIns="91425" anchor="ctr" anchorCtr="0">
            <a:noAutofit/>
          </a:bodyPr>
          <a:lstStyle/>
          <a:p>
            <a:pPr marL="0" lvl="0" indent="0" algn="ctr" rtl="0">
              <a:spcBef>
                <a:spcPts val="0"/>
              </a:spcBef>
              <a:spcAft>
                <a:spcPts val="0"/>
              </a:spcAft>
              <a:buNone/>
            </a:pPr>
            <a:r>
              <a:rPr lang="en" dirty="0"/>
              <a:t>Réponses </a:t>
            </a:r>
            <a:r>
              <a:rPr lang="en" dirty="0">
                <a:solidFill>
                  <a:schemeClr val="lt1"/>
                </a:solidFill>
              </a:rPr>
              <a:t>Q1</a:t>
            </a:r>
            <a:endParaRPr dirty="0">
              <a:solidFill>
                <a:schemeClr val="lt1"/>
              </a:solidFill>
            </a:endParaRPr>
          </a:p>
        </p:txBody>
      </p:sp>
      <p:grpSp>
        <p:nvGrpSpPr>
          <p:cNvPr id="404" name="Google Shape;404;p51"/>
          <p:cNvGrpSpPr/>
          <p:nvPr/>
        </p:nvGrpSpPr>
        <p:grpSpPr>
          <a:xfrm>
            <a:off x="713150" y="1090100"/>
            <a:ext cx="7717800" cy="114325"/>
            <a:chOff x="208025" y="3106700"/>
            <a:chExt cx="7717800" cy="114325"/>
          </a:xfrm>
        </p:grpSpPr>
        <p:sp>
          <p:nvSpPr>
            <p:cNvPr id="405" name="Google Shape;405;p51"/>
            <p:cNvSpPr/>
            <p:nvPr/>
          </p:nvSpPr>
          <p:spPr>
            <a:xfrm>
              <a:off x="208025" y="3106725"/>
              <a:ext cx="75435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 name="Google Shape;406;p51"/>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 name="Google Shape;397;p51">
            <a:extLst>
              <a:ext uri="{FF2B5EF4-FFF2-40B4-BE49-F238E27FC236}">
                <a16:creationId xmlns:a16="http://schemas.microsoft.com/office/drawing/2014/main" id="{4447C12E-9C00-08A7-82F7-8A83978077FC}"/>
              </a:ext>
            </a:extLst>
          </p:cNvPr>
          <p:cNvSpPr txBox="1">
            <a:spLocks/>
          </p:cNvSpPr>
          <p:nvPr/>
        </p:nvSpPr>
        <p:spPr>
          <a:xfrm>
            <a:off x="1120310" y="2365663"/>
            <a:ext cx="7136340" cy="1000992"/>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16427" lvl="0" indent="-317500" algn="ctr"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1pPr>
            <a:lvl2pPr marL="914400" marR="0" lvl="1" indent="-317500" algn="ctr" rtl="0">
              <a:lnSpc>
                <a:spcPct val="100000"/>
              </a:lnSpc>
              <a:spcBef>
                <a:spcPts val="0"/>
              </a:spcBef>
              <a:spcAft>
                <a:spcPts val="0"/>
              </a:spcAft>
              <a:buClr>
                <a:schemeClr val="dk1"/>
              </a:buClr>
              <a:buSzPts val="2100"/>
              <a:buFont typeface="Work Sans"/>
              <a:buNone/>
              <a:defRPr sz="2100" b="0" i="0" u="none" strike="noStrike" cap="none">
                <a:solidFill>
                  <a:schemeClr val="dk1"/>
                </a:solidFill>
                <a:latin typeface="Work Sans"/>
                <a:ea typeface="Work Sans"/>
                <a:cs typeface="Work Sans"/>
                <a:sym typeface="Work Sans"/>
              </a:defRPr>
            </a:lvl2pPr>
            <a:lvl3pPr marL="1371600" marR="0" lvl="2" indent="-317500" algn="ctr" rtl="0">
              <a:lnSpc>
                <a:spcPct val="100000"/>
              </a:lnSpc>
              <a:spcBef>
                <a:spcPts val="0"/>
              </a:spcBef>
              <a:spcAft>
                <a:spcPts val="0"/>
              </a:spcAft>
              <a:buClr>
                <a:schemeClr val="dk1"/>
              </a:buClr>
              <a:buSzPts val="2100"/>
              <a:buFont typeface="Work Sans"/>
              <a:buNone/>
              <a:defRPr sz="2100" b="0" i="0" u="none" strike="noStrike" cap="none">
                <a:solidFill>
                  <a:schemeClr val="dk1"/>
                </a:solidFill>
                <a:latin typeface="Work Sans"/>
                <a:ea typeface="Work Sans"/>
                <a:cs typeface="Work Sans"/>
                <a:sym typeface="Work Sans"/>
              </a:defRPr>
            </a:lvl3pPr>
            <a:lvl4pPr marL="1828800" marR="0" lvl="3" indent="-317500" algn="ctr" rtl="0">
              <a:lnSpc>
                <a:spcPct val="100000"/>
              </a:lnSpc>
              <a:spcBef>
                <a:spcPts val="0"/>
              </a:spcBef>
              <a:spcAft>
                <a:spcPts val="0"/>
              </a:spcAft>
              <a:buClr>
                <a:schemeClr val="dk1"/>
              </a:buClr>
              <a:buSzPts val="2100"/>
              <a:buFont typeface="Work Sans"/>
              <a:buNone/>
              <a:defRPr sz="2100" b="0" i="0" u="none" strike="noStrike" cap="none">
                <a:solidFill>
                  <a:schemeClr val="dk1"/>
                </a:solidFill>
                <a:latin typeface="Work Sans"/>
                <a:ea typeface="Work Sans"/>
                <a:cs typeface="Work Sans"/>
                <a:sym typeface="Work Sans"/>
              </a:defRPr>
            </a:lvl4pPr>
            <a:lvl5pPr marL="2286000" marR="0" lvl="4" indent="-317500" algn="ctr" rtl="0">
              <a:lnSpc>
                <a:spcPct val="100000"/>
              </a:lnSpc>
              <a:spcBef>
                <a:spcPts val="0"/>
              </a:spcBef>
              <a:spcAft>
                <a:spcPts val="0"/>
              </a:spcAft>
              <a:buClr>
                <a:schemeClr val="dk1"/>
              </a:buClr>
              <a:buSzPts val="2100"/>
              <a:buFont typeface="Work Sans"/>
              <a:buNone/>
              <a:defRPr sz="2100" b="0" i="0" u="none" strike="noStrike" cap="none">
                <a:solidFill>
                  <a:schemeClr val="dk1"/>
                </a:solidFill>
                <a:latin typeface="Work Sans"/>
                <a:ea typeface="Work Sans"/>
                <a:cs typeface="Work Sans"/>
                <a:sym typeface="Work Sans"/>
              </a:defRPr>
            </a:lvl5pPr>
            <a:lvl6pPr marL="2743200" marR="0" lvl="5" indent="-317500" algn="ctr" rtl="0">
              <a:lnSpc>
                <a:spcPct val="100000"/>
              </a:lnSpc>
              <a:spcBef>
                <a:spcPts val="0"/>
              </a:spcBef>
              <a:spcAft>
                <a:spcPts val="0"/>
              </a:spcAft>
              <a:buClr>
                <a:schemeClr val="dk1"/>
              </a:buClr>
              <a:buSzPts val="2100"/>
              <a:buFont typeface="Work Sans"/>
              <a:buNone/>
              <a:defRPr sz="2100" b="0" i="0" u="none" strike="noStrike" cap="none">
                <a:solidFill>
                  <a:schemeClr val="dk1"/>
                </a:solidFill>
                <a:latin typeface="Work Sans"/>
                <a:ea typeface="Work Sans"/>
                <a:cs typeface="Work Sans"/>
                <a:sym typeface="Work Sans"/>
              </a:defRPr>
            </a:lvl6pPr>
            <a:lvl7pPr marL="3200400" marR="0" lvl="6" indent="-317500" algn="ctr" rtl="0">
              <a:lnSpc>
                <a:spcPct val="100000"/>
              </a:lnSpc>
              <a:spcBef>
                <a:spcPts val="0"/>
              </a:spcBef>
              <a:spcAft>
                <a:spcPts val="0"/>
              </a:spcAft>
              <a:buClr>
                <a:schemeClr val="dk1"/>
              </a:buClr>
              <a:buSzPts val="2100"/>
              <a:buFont typeface="Work Sans"/>
              <a:buNone/>
              <a:defRPr sz="2100" b="0" i="0" u="none" strike="noStrike" cap="none">
                <a:solidFill>
                  <a:schemeClr val="dk1"/>
                </a:solidFill>
                <a:latin typeface="Work Sans"/>
                <a:ea typeface="Work Sans"/>
                <a:cs typeface="Work Sans"/>
                <a:sym typeface="Work Sans"/>
              </a:defRPr>
            </a:lvl7pPr>
            <a:lvl8pPr marL="3657600" marR="0" lvl="7" indent="-317500" algn="ctr" rtl="0">
              <a:lnSpc>
                <a:spcPct val="100000"/>
              </a:lnSpc>
              <a:spcBef>
                <a:spcPts val="0"/>
              </a:spcBef>
              <a:spcAft>
                <a:spcPts val="0"/>
              </a:spcAft>
              <a:buClr>
                <a:schemeClr val="dk1"/>
              </a:buClr>
              <a:buSzPts val="2100"/>
              <a:buFont typeface="Work Sans"/>
              <a:buNone/>
              <a:defRPr sz="2100" b="0" i="0" u="none" strike="noStrike" cap="none">
                <a:solidFill>
                  <a:schemeClr val="dk1"/>
                </a:solidFill>
                <a:latin typeface="Work Sans"/>
                <a:ea typeface="Work Sans"/>
                <a:cs typeface="Work Sans"/>
                <a:sym typeface="Work Sans"/>
              </a:defRPr>
            </a:lvl8pPr>
            <a:lvl9pPr marL="4114800" marR="0" lvl="8" indent="-317500" algn="ctr" rtl="0">
              <a:lnSpc>
                <a:spcPct val="100000"/>
              </a:lnSpc>
              <a:spcBef>
                <a:spcPts val="0"/>
              </a:spcBef>
              <a:spcAft>
                <a:spcPts val="0"/>
              </a:spcAft>
              <a:buClr>
                <a:schemeClr val="dk1"/>
              </a:buClr>
              <a:buSzPts val="2100"/>
              <a:buFont typeface="Work Sans"/>
              <a:buNone/>
              <a:defRPr sz="2100" b="0" i="0" u="none" strike="noStrike" cap="none">
                <a:solidFill>
                  <a:schemeClr val="dk1"/>
                </a:solidFill>
                <a:latin typeface="Work Sans"/>
                <a:ea typeface="Work Sans"/>
                <a:cs typeface="Work Sans"/>
                <a:sym typeface="Work Sans"/>
              </a:defRPr>
            </a:lvl9pPr>
          </a:lstStyle>
          <a:p>
            <a:pPr marL="0" indent="0">
              <a:buSzPts val="1100"/>
            </a:pPr>
            <a:r>
              <a:rPr lang="fr-FR" dirty="0"/>
              <a:t>Dans le modèle de Régression Logistique, la </a:t>
            </a:r>
            <a:r>
              <a:rPr lang="fr-FR" b="1" dirty="0"/>
              <a:t>case centrale (c4_x)</a:t>
            </a:r>
            <a:r>
              <a:rPr lang="fr-FR" dirty="0"/>
              <a:t> possède l'un des coefficients les plus élevés. Cela est cohérent avec la stratégie humaine : contrôler le centre offre le plus grand nombre de combinaisons de victoires possibles (horizontales, verticales et diagonales).</a:t>
            </a:r>
          </a:p>
        </p:txBody>
      </p:sp>
      <p:sp>
        <p:nvSpPr>
          <p:cNvPr id="5" name="Google Shape;401;p51">
            <a:extLst>
              <a:ext uri="{FF2B5EF4-FFF2-40B4-BE49-F238E27FC236}">
                <a16:creationId xmlns:a16="http://schemas.microsoft.com/office/drawing/2014/main" id="{3A1FD74B-1E47-01B4-A21F-9BA405153B4B}"/>
              </a:ext>
            </a:extLst>
          </p:cNvPr>
          <p:cNvSpPr txBox="1">
            <a:spLocks/>
          </p:cNvSpPr>
          <p:nvPr/>
        </p:nvSpPr>
        <p:spPr>
          <a:xfrm>
            <a:off x="1245003" y="1770006"/>
            <a:ext cx="6639052" cy="66948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ctr" rtl="0">
              <a:lnSpc>
                <a:spcPct val="100000"/>
              </a:lnSpc>
              <a:spcBef>
                <a:spcPts val="0"/>
              </a:spcBef>
              <a:spcAft>
                <a:spcPts val="0"/>
              </a:spcAft>
              <a:buClr>
                <a:schemeClr val="dk1"/>
              </a:buClr>
              <a:buSzPts val="2400"/>
              <a:buFont typeface="Anton"/>
              <a:buNone/>
              <a:defRPr sz="2400" b="0" i="0" u="none" strike="noStrike" cap="none">
                <a:solidFill>
                  <a:schemeClr val="dk1"/>
                </a:solidFill>
                <a:latin typeface="Staatliches"/>
                <a:ea typeface="Staatliches"/>
                <a:cs typeface="Staatliches"/>
                <a:sym typeface="Staatliches"/>
              </a:defRPr>
            </a:lvl1pPr>
            <a:lvl2pPr marL="914400" marR="0" lvl="1" indent="-317500" algn="l"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2pPr>
            <a:lvl3pPr marL="1371600" marR="0" lvl="2" indent="-317500" algn="l"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3pPr>
            <a:lvl4pPr marL="1828800" marR="0" lvl="3" indent="-317500" algn="l"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4pPr>
            <a:lvl5pPr marL="2286000" marR="0" lvl="4" indent="-317500" algn="l"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5pPr>
            <a:lvl6pPr marL="2743200" marR="0" lvl="5" indent="-317500" algn="l"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6pPr>
            <a:lvl7pPr marL="3200400" marR="0" lvl="6" indent="-317500" algn="l"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7pPr>
            <a:lvl8pPr marL="3657600" marR="0" lvl="7" indent="-317500" algn="l"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8pPr>
            <a:lvl9pPr marL="4114800" marR="0" lvl="8" indent="-317500" algn="l"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9pPr>
          </a:lstStyle>
          <a:p>
            <a:r>
              <a:rPr lang="fr-FR" b="1" dirty="0"/>
              <a:t>Q1 : Coefficients et Influence des Cases </a:t>
            </a:r>
          </a:p>
        </p:txBody>
      </p:sp>
      <p:pic>
        <p:nvPicPr>
          <p:cNvPr id="18" name="Image 3">
            <a:extLst>
              <a:ext uri="{FF2B5EF4-FFF2-40B4-BE49-F238E27FC236}">
                <a16:creationId xmlns:a16="http://schemas.microsoft.com/office/drawing/2014/main" id="{433DA2CD-6C31-1AB5-159A-E3BF79D81552}"/>
              </a:ext>
            </a:extLst>
          </p:cNvPr>
          <p:cNvPicPr>
            <a:picLocks noChangeAspect="1"/>
          </p:cNvPicPr>
          <p:nvPr/>
        </p:nvPicPr>
        <p:blipFill>
          <a:blip r:embed="rId2" cstate="print">
            <a:extLst>
              <a:ext uri="{BEBA8EAE-BF5A-486C-A8C5-ECC9F3942E4B}">
                <a14:imgProps xmlns:a14="http://schemas.microsoft.com/office/drawing/2010/main">
                  <a14:imgLayer r:embed="rId3">
                    <a14:imgEffect>
                      <a14:backgroundRemoval t="5157" b="94619" l="7383" r="93289">
                        <a14:foregroundMark x1="42506" y1="47085" x2="41834" y2="46413"/>
                        <a14:foregroundMark x1="34452" y1="14798" x2="24609" y2="58296"/>
                        <a14:foregroundMark x1="24609" y1="58296" x2="47875" y2="90359"/>
                        <a14:foregroundMark x1="47875" y1="90359" x2="87919" y2="81839"/>
                        <a14:foregroundMark x1="87919" y1="81839" x2="82774" y2="39910"/>
                        <a14:foregroundMark x1="65896" y1="7749" x2="64653" y2="5381"/>
                        <a14:foregroundMark x1="82774" y1="39910" x2="71569" y2="18559"/>
                        <a14:foregroundMark x1="64653" y1="5381" x2="21587" y2="13172"/>
                        <a14:foregroundMark x1="9398" y1="44139" x2="7383" y2="50673"/>
                        <a14:foregroundMark x1="17943" y1="16431" x2="13336" y2="31368"/>
                        <a14:foregroundMark x1="7383" y1="50673" x2="7383" y2="51121"/>
                        <a14:foregroundMark x1="65128" y1="5192" x2="67338" y2="5157"/>
                        <a14:foregroundMark x1="38702" y1="5605" x2="64873" y2="5196"/>
                        <a14:foregroundMark x1="58166" y1="14798" x2="51902" y2="43274"/>
                        <a14:foregroundMark x1="55034" y1="19731" x2="49217" y2="41704"/>
                        <a14:foregroundMark x1="53691" y1="16143" x2="38479" y2="52691"/>
                        <a14:foregroundMark x1="38479" y1="52691" x2="47651" y2="53812"/>
                        <a14:foregroundMark x1="60403" y1="54484" x2="52573" y2="52242"/>
                        <a14:foregroundMark x1="48098" y1="51121" x2="38926" y2="61435"/>
                        <a14:foregroundMark x1="42729" y1="53587" x2="31767" y2="55381"/>
                        <a14:foregroundMark x1="46980" y1="64350" x2="49441" y2="65022"/>
                        <a14:foregroundMark x1="38926" y1="65471" x2="47651" y2="67713"/>
                        <a14:foregroundMark x1="47651" y1="67713" x2="47651" y2="67713"/>
                        <a14:foregroundMark x1="41387" y1="66592" x2="59508" y2="62108"/>
                        <a14:foregroundMark x1="67338" y1="55830" x2="55928" y2="67937"/>
                        <a14:foregroundMark x1="65996" y1="52466" x2="59060" y2="59641"/>
                        <a14:foregroundMark x1="62640" y1="41256" x2="68009" y2="60762"/>
                        <a14:foregroundMark x1="70022" y1="51794" x2="69575" y2="60314"/>
                        <a14:foregroundMark x1="66890" y1="32511" x2="60626" y2="43498"/>
                        <a14:foregroundMark x1="52796" y1="29596" x2="61074" y2="43274"/>
                        <a14:foregroundMark x1="27293" y1="37444" x2="24832" y2="47982"/>
                        <a14:foregroundMark x1="21477" y1="34753" x2="25503" y2="51570"/>
                        <a14:foregroundMark x1="20805" y1="47982" x2="23490" y2="51570"/>
                        <a14:foregroundMark x1="30872" y1="34305" x2="29978" y2="54933"/>
                        <a14:foregroundMark x1="39374" y1="33184" x2="37136" y2="47982"/>
                        <a14:foregroundMark x1="39597" y1="25785" x2="39597" y2="25785"/>
                        <a14:foregroundMark x1="43848" y1="25785" x2="46756" y2="25785"/>
                        <a14:foregroundMark x1="67785" y1="22646" x2="67785" y2="22646"/>
                        <a14:foregroundMark x1="65996" y1="22197" x2="65996" y2="22197"/>
                        <a14:foregroundMark x1="65548" y1="20179" x2="65548" y2="20179"/>
                        <a14:foregroundMark x1="65324" y1="19283" x2="65324" y2="19283"/>
                        <a14:foregroundMark x1="77405" y1="27354" x2="77405" y2="27354"/>
                        <a14:foregroundMark x1="79195" y1="28475" x2="79195" y2="28475"/>
                        <a14:foregroundMark x1="72707" y1="34753" x2="74273" y2="38117"/>
                        <a14:foregroundMark x1="76286" y1="38565" x2="76957" y2="39013"/>
                        <a14:foregroundMark x1="72036" y1="45964" x2="72036" y2="45964"/>
                        <a14:foregroundMark x1="71588" y1="47309" x2="71588" y2="47309"/>
                        <a14:foregroundMark x1="76957" y1="47085" x2="76957" y2="47085"/>
                        <a14:foregroundMark x1="66219" y1="46188" x2="66219" y2="46188"/>
                        <a14:foregroundMark x1="71365" y1="40807" x2="75839" y2="45516"/>
                        <a14:foregroundMark x1="30201" y1="92377" x2="37136" y2="94619"/>
                        <a14:foregroundMark x1="60850" y1="27578" x2="62640" y2="30269"/>
                        <a14:foregroundMark x1="67114" y1="39686" x2="68680" y2="42825"/>
                        <a14:foregroundMark x1="87919" y1="55605" x2="90157" y2="54709"/>
                        <a14:foregroundMark x1="90604" y1="60090" x2="93289" y2="78027"/>
                        <a14:backgroundMark x1="9843" y1="34753" x2="9843" y2="34753"/>
                        <a14:backgroundMark x1="9172" y1="30045" x2="11186" y2="39686"/>
                        <a14:backgroundMark x1="9620" y1="39910" x2="12528" y2="41704"/>
                        <a14:backgroundMark x1="2685" y1="43946" x2="3132" y2="48879"/>
                        <a14:backgroundMark x1="4027" y1="43946" x2="2685" y2="49103"/>
                        <a14:backgroundMark x1="20134" y1="13229" x2="20134" y2="13229"/>
                        <a14:backgroundMark x1="17450" y1="12556" x2="20358" y2="13453"/>
                        <a14:backgroundMark x1="14989" y1="12332" x2="21700" y2="13004"/>
                        <a14:backgroundMark x1="64877" y1="11883" x2="68680" y2="13229"/>
                        <a14:backgroundMark x1="68456" y1="13677" x2="72707" y2="16592"/>
                        <a14:backgroundMark x1="69351" y1="15022" x2="72707" y2="17489"/>
                        <a14:backgroundMark x1="68009" y1="14350" x2="72483" y2="15247"/>
                        <a14:backgroundMark x1="66443" y1="10090" x2="67785" y2="8744"/>
                        <a14:backgroundMark x1="66219" y1="8520" x2="66219" y2="8520"/>
                        <a14:backgroundMark x1="66219" y1="8520" x2="66890" y2="8969"/>
                        <a14:backgroundMark x1="65548" y1="9417" x2="68233" y2="8744"/>
                        <a14:backgroundMark x1="65548" y1="8296" x2="67114" y2="8296"/>
                        <a14:backgroundMark x1="66443" y1="8296" x2="65996" y2="7848"/>
                        <a14:backgroundMark x1="97315" y1="70179" x2="97092" y2="75336"/>
                        <a14:backgroundMark x1="95749" y1="73991" x2="96868" y2="76457"/>
                        <a14:backgroundMark x1="50783" y1="98655" x2="54139" y2="98655"/>
                        <a14:backgroundMark x1="59060" y1="99103" x2="52349" y2="96861"/>
                        <a14:backgroundMark x1="57718" y1="98206" x2="59955" y2="99327"/>
                        <a14:backgroundMark x1="55481" y1="98430" x2="58837" y2="98206"/>
                        <a14:backgroundMark x1="55257" y1="97758" x2="57718" y2="97758"/>
                        <a14:backgroundMark x1="95078" y1="58520" x2="95302" y2="60090"/>
                      </a14:backgroundRemoval>
                    </a14:imgEffect>
                  </a14:imgLayer>
                </a14:imgProps>
              </a:ext>
              <a:ext uri="{28A0092B-C50C-407E-A947-70E740481C1C}">
                <a14:useLocalDpi xmlns:a14="http://schemas.microsoft.com/office/drawing/2010/main" val="0"/>
              </a:ext>
            </a:extLst>
          </a:blip>
          <a:stretch>
            <a:fillRect/>
          </a:stretch>
        </p:blipFill>
        <p:spPr>
          <a:xfrm>
            <a:off x="7916413" y="-9172"/>
            <a:ext cx="1029074" cy="1026772"/>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94">
          <a:extLst>
            <a:ext uri="{FF2B5EF4-FFF2-40B4-BE49-F238E27FC236}">
              <a16:creationId xmlns:a16="http://schemas.microsoft.com/office/drawing/2014/main" id="{9EBBAB03-507A-CE50-5A19-79087807C5F7}"/>
            </a:ext>
          </a:extLst>
        </p:cNvPr>
        <p:cNvGrpSpPr/>
        <p:nvPr/>
      </p:nvGrpSpPr>
      <p:grpSpPr>
        <a:xfrm>
          <a:off x="0" y="0"/>
          <a:ext cx="0" cy="0"/>
          <a:chOff x="0" y="0"/>
          <a:chExt cx="0" cy="0"/>
        </a:xfrm>
      </p:grpSpPr>
      <p:sp>
        <p:nvSpPr>
          <p:cNvPr id="395" name="Google Shape;395;p51">
            <a:extLst>
              <a:ext uri="{FF2B5EF4-FFF2-40B4-BE49-F238E27FC236}">
                <a16:creationId xmlns:a16="http://schemas.microsoft.com/office/drawing/2014/main" id="{B6B52EE6-4682-93C9-D7E6-1B39A811F8B3}"/>
              </a:ext>
            </a:extLst>
          </p:cNvPr>
          <p:cNvSpPr txBox="1">
            <a:spLocks noGrp="1"/>
          </p:cNvSpPr>
          <p:nvPr>
            <p:ph type="title"/>
          </p:nvPr>
        </p:nvSpPr>
        <p:spPr>
          <a:xfrm>
            <a:off x="720000" y="540000"/>
            <a:ext cx="7704000" cy="477600"/>
          </a:xfrm>
          <a:prstGeom prst="rect">
            <a:avLst/>
          </a:prstGeom>
          <a:solidFill>
            <a:srgbClr val="000000">
              <a:alpha val="67590"/>
            </a:srgbClr>
          </a:solidFill>
        </p:spPr>
        <p:txBody>
          <a:bodyPr spcFirstLastPara="1" wrap="square" lIns="91425" tIns="91425" rIns="91425" bIns="91425" anchor="ctr" anchorCtr="0">
            <a:noAutofit/>
          </a:bodyPr>
          <a:lstStyle/>
          <a:p>
            <a:pPr marL="0" lvl="0" indent="0" algn="ctr" rtl="0">
              <a:spcBef>
                <a:spcPts val="0"/>
              </a:spcBef>
              <a:spcAft>
                <a:spcPts val="0"/>
              </a:spcAft>
              <a:buNone/>
            </a:pPr>
            <a:r>
              <a:rPr lang="en" dirty="0"/>
              <a:t>Réponses </a:t>
            </a:r>
            <a:r>
              <a:rPr lang="en" dirty="0">
                <a:solidFill>
                  <a:schemeClr val="lt1"/>
                </a:solidFill>
              </a:rPr>
              <a:t>Q1</a:t>
            </a:r>
            <a:endParaRPr dirty="0">
              <a:solidFill>
                <a:schemeClr val="lt1"/>
              </a:solidFill>
            </a:endParaRPr>
          </a:p>
        </p:txBody>
      </p:sp>
      <p:grpSp>
        <p:nvGrpSpPr>
          <p:cNvPr id="404" name="Google Shape;404;p51">
            <a:extLst>
              <a:ext uri="{FF2B5EF4-FFF2-40B4-BE49-F238E27FC236}">
                <a16:creationId xmlns:a16="http://schemas.microsoft.com/office/drawing/2014/main" id="{EE78FA6C-3313-B070-735D-DB7B3540AC39}"/>
              </a:ext>
            </a:extLst>
          </p:cNvPr>
          <p:cNvGrpSpPr/>
          <p:nvPr/>
        </p:nvGrpSpPr>
        <p:grpSpPr>
          <a:xfrm>
            <a:off x="713150" y="1090100"/>
            <a:ext cx="7717800" cy="114325"/>
            <a:chOff x="208025" y="3106700"/>
            <a:chExt cx="7717800" cy="114325"/>
          </a:xfrm>
        </p:grpSpPr>
        <p:sp>
          <p:nvSpPr>
            <p:cNvPr id="405" name="Google Shape;405;p51">
              <a:extLst>
                <a:ext uri="{FF2B5EF4-FFF2-40B4-BE49-F238E27FC236}">
                  <a16:creationId xmlns:a16="http://schemas.microsoft.com/office/drawing/2014/main" id="{52FB6090-8F79-562C-8918-3D5EBF843C62}"/>
                </a:ext>
              </a:extLst>
            </p:cNvPr>
            <p:cNvSpPr/>
            <p:nvPr/>
          </p:nvSpPr>
          <p:spPr>
            <a:xfrm>
              <a:off x="208025" y="3106725"/>
              <a:ext cx="75435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 name="Google Shape;406;p51">
              <a:extLst>
                <a:ext uri="{FF2B5EF4-FFF2-40B4-BE49-F238E27FC236}">
                  <a16:creationId xmlns:a16="http://schemas.microsoft.com/office/drawing/2014/main" id="{D9D5FAC1-EBD2-57ED-0EDF-54C0702B76CA}"/>
                </a:ext>
              </a:extLst>
            </p:cNvPr>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 name="Google Shape;397;p51">
            <a:extLst>
              <a:ext uri="{FF2B5EF4-FFF2-40B4-BE49-F238E27FC236}">
                <a16:creationId xmlns:a16="http://schemas.microsoft.com/office/drawing/2014/main" id="{64311670-AD3D-17B1-7ABA-9565EC2908F3}"/>
              </a:ext>
            </a:extLst>
          </p:cNvPr>
          <p:cNvSpPr txBox="1">
            <a:spLocks/>
          </p:cNvSpPr>
          <p:nvPr/>
        </p:nvSpPr>
        <p:spPr>
          <a:xfrm>
            <a:off x="720000" y="2365663"/>
            <a:ext cx="7710950" cy="1298864"/>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16427" lvl="0" indent="-317500" algn="ctr"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1pPr>
            <a:lvl2pPr marL="914400" marR="0" lvl="1" indent="-317500" algn="ctr" rtl="0">
              <a:lnSpc>
                <a:spcPct val="100000"/>
              </a:lnSpc>
              <a:spcBef>
                <a:spcPts val="0"/>
              </a:spcBef>
              <a:spcAft>
                <a:spcPts val="0"/>
              </a:spcAft>
              <a:buClr>
                <a:schemeClr val="dk1"/>
              </a:buClr>
              <a:buSzPts val="2100"/>
              <a:buFont typeface="Work Sans"/>
              <a:buNone/>
              <a:defRPr sz="2100" b="0" i="0" u="none" strike="noStrike" cap="none">
                <a:solidFill>
                  <a:schemeClr val="dk1"/>
                </a:solidFill>
                <a:latin typeface="Work Sans"/>
                <a:ea typeface="Work Sans"/>
                <a:cs typeface="Work Sans"/>
                <a:sym typeface="Work Sans"/>
              </a:defRPr>
            </a:lvl2pPr>
            <a:lvl3pPr marL="1371600" marR="0" lvl="2" indent="-317500" algn="ctr" rtl="0">
              <a:lnSpc>
                <a:spcPct val="100000"/>
              </a:lnSpc>
              <a:spcBef>
                <a:spcPts val="0"/>
              </a:spcBef>
              <a:spcAft>
                <a:spcPts val="0"/>
              </a:spcAft>
              <a:buClr>
                <a:schemeClr val="dk1"/>
              </a:buClr>
              <a:buSzPts val="2100"/>
              <a:buFont typeface="Work Sans"/>
              <a:buNone/>
              <a:defRPr sz="2100" b="0" i="0" u="none" strike="noStrike" cap="none">
                <a:solidFill>
                  <a:schemeClr val="dk1"/>
                </a:solidFill>
                <a:latin typeface="Work Sans"/>
                <a:ea typeface="Work Sans"/>
                <a:cs typeface="Work Sans"/>
                <a:sym typeface="Work Sans"/>
              </a:defRPr>
            </a:lvl3pPr>
            <a:lvl4pPr marL="1828800" marR="0" lvl="3" indent="-317500" algn="ctr" rtl="0">
              <a:lnSpc>
                <a:spcPct val="100000"/>
              </a:lnSpc>
              <a:spcBef>
                <a:spcPts val="0"/>
              </a:spcBef>
              <a:spcAft>
                <a:spcPts val="0"/>
              </a:spcAft>
              <a:buClr>
                <a:schemeClr val="dk1"/>
              </a:buClr>
              <a:buSzPts val="2100"/>
              <a:buFont typeface="Work Sans"/>
              <a:buNone/>
              <a:defRPr sz="2100" b="0" i="0" u="none" strike="noStrike" cap="none">
                <a:solidFill>
                  <a:schemeClr val="dk1"/>
                </a:solidFill>
                <a:latin typeface="Work Sans"/>
                <a:ea typeface="Work Sans"/>
                <a:cs typeface="Work Sans"/>
                <a:sym typeface="Work Sans"/>
              </a:defRPr>
            </a:lvl4pPr>
            <a:lvl5pPr marL="2286000" marR="0" lvl="4" indent="-317500" algn="ctr" rtl="0">
              <a:lnSpc>
                <a:spcPct val="100000"/>
              </a:lnSpc>
              <a:spcBef>
                <a:spcPts val="0"/>
              </a:spcBef>
              <a:spcAft>
                <a:spcPts val="0"/>
              </a:spcAft>
              <a:buClr>
                <a:schemeClr val="dk1"/>
              </a:buClr>
              <a:buSzPts val="2100"/>
              <a:buFont typeface="Work Sans"/>
              <a:buNone/>
              <a:defRPr sz="2100" b="0" i="0" u="none" strike="noStrike" cap="none">
                <a:solidFill>
                  <a:schemeClr val="dk1"/>
                </a:solidFill>
                <a:latin typeface="Work Sans"/>
                <a:ea typeface="Work Sans"/>
                <a:cs typeface="Work Sans"/>
                <a:sym typeface="Work Sans"/>
              </a:defRPr>
            </a:lvl5pPr>
            <a:lvl6pPr marL="2743200" marR="0" lvl="5" indent="-317500" algn="ctr" rtl="0">
              <a:lnSpc>
                <a:spcPct val="100000"/>
              </a:lnSpc>
              <a:spcBef>
                <a:spcPts val="0"/>
              </a:spcBef>
              <a:spcAft>
                <a:spcPts val="0"/>
              </a:spcAft>
              <a:buClr>
                <a:schemeClr val="dk1"/>
              </a:buClr>
              <a:buSzPts val="2100"/>
              <a:buFont typeface="Work Sans"/>
              <a:buNone/>
              <a:defRPr sz="2100" b="0" i="0" u="none" strike="noStrike" cap="none">
                <a:solidFill>
                  <a:schemeClr val="dk1"/>
                </a:solidFill>
                <a:latin typeface="Work Sans"/>
                <a:ea typeface="Work Sans"/>
                <a:cs typeface="Work Sans"/>
                <a:sym typeface="Work Sans"/>
              </a:defRPr>
            </a:lvl6pPr>
            <a:lvl7pPr marL="3200400" marR="0" lvl="6" indent="-317500" algn="ctr" rtl="0">
              <a:lnSpc>
                <a:spcPct val="100000"/>
              </a:lnSpc>
              <a:spcBef>
                <a:spcPts val="0"/>
              </a:spcBef>
              <a:spcAft>
                <a:spcPts val="0"/>
              </a:spcAft>
              <a:buClr>
                <a:schemeClr val="dk1"/>
              </a:buClr>
              <a:buSzPts val="2100"/>
              <a:buFont typeface="Work Sans"/>
              <a:buNone/>
              <a:defRPr sz="2100" b="0" i="0" u="none" strike="noStrike" cap="none">
                <a:solidFill>
                  <a:schemeClr val="dk1"/>
                </a:solidFill>
                <a:latin typeface="Work Sans"/>
                <a:ea typeface="Work Sans"/>
                <a:cs typeface="Work Sans"/>
                <a:sym typeface="Work Sans"/>
              </a:defRPr>
            </a:lvl7pPr>
            <a:lvl8pPr marL="3657600" marR="0" lvl="7" indent="-317500" algn="ctr" rtl="0">
              <a:lnSpc>
                <a:spcPct val="100000"/>
              </a:lnSpc>
              <a:spcBef>
                <a:spcPts val="0"/>
              </a:spcBef>
              <a:spcAft>
                <a:spcPts val="0"/>
              </a:spcAft>
              <a:buClr>
                <a:schemeClr val="dk1"/>
              </a:buClr>
              <a:buSzPts val="2100"/>
              <a:buFont typeface="Work Sans"/>
              <a:buNone/>
              <a:defRPr sz="2100" b="0" i="0" u="none" strike="noStrike" cap="none">
                <a:solidFill>
                  <a:schemeClr val="dk1"/>
                </a:solidFill>
                <a:latin typeface="Work Sans"/>
                <a:ea typeface="Work Sans"/>
                <a:cs typeface="Work Sans"/>
                <a:sym typeface="Work Sans"/>
              </a:defRPr>
            </a:lvl8pPr>
            <a:lvl9pPr marL="4114800" marR="0" lvl="8" indent="-317500" algn="ctr" rtl="0">
              <a:lnSpc>
                <a:spcPct val="100000"/>
              </a:lnSpc>
              <a:spcBef>
                <a:spcPts val="0"/>
              </a:spcBef>
              <a:spcAft>
                <a:spcPts val="0"/>
              </a:spcAft>
              <a:buClr>
                <a:schemeClr val="dk1"/>
              </a:buClr>
              <a:buSzPts val="2100"/>
              <a:buFont typeface="Work Sans"/>
              <a:buNone/>
              <a:defRPr sz="2100" b="0" i="0" u="none" strike="noStrike" cap="none">
                <a:solidFill>
                  <a:schemeClr val="dk1"/>
                </a:solidFill>
                <a:latin typeface="Work Sans"/>
                <a:ea typeface="Work Sans"/>
                <a:cs typeface="Work Sans"/>
                <a:sym typeface="Work Sans"/>
              </a:defRPr>
            </a:lvl9pPr>
          </a:lstStyle>
          <a:p>
            <a:r>
              <a:rPr lang="fr-FR" dirty="0"/>
              <a:t>Le </a:t>
            </a:r>
            <a:r>
              <a:rPr lang="fr-FR" dirty="0" err="1"/>
              <a:t>dataset</a:t>
            </a:r>
            <a:r>
              <a:rPr lang="fr-FR" dirty="0"/>
              <a:t> est fortement déséquilibré :</a:t>
            </a:r>
          </a:p>
          <a:p>
            <a:r>
              <a:rPr lang="fr-FR" b="1" dirty="0" err="1"/>
              <a:t>x_wins</a:t>
            </a:r>
            <a:r>
              <a:rPr lang="fr-FR" dirty="0"/>
              <a:t> : ~79% de '1'.</a:t>
            </a:r>
          </a:p>
          <a:p>
            <a:r>
              <a:rPr lang="fr-FR" b="1" dirty="0" err="1"/>
              <a:t>is_draw</a:t>
            </a:r>
            <a:r>
              <a:rPr lang="fr-FR" dirty="0"/>
              <a:t> : ~17% de '1'. En conséquence, nous avons privilégié le </a:t>
            </a:r>
            <a:r>
              <a:rPr lang="fr-FR" b="1" dirty="0"/>
              <a:t>F1-Score</a:t>
            </a:r>
            <a:r>
              <a:rPr lang="fr-FR" dirty="0"/>
              <a:t> plutôt que l'</a:t>
            </a:r>
            <a:r>
              <a:rPr lang="fr-FR" dirty="0" err="1"/>
              <a:t>Accuracy</a:t>
            </a:r>
            <a:r>
              <a:rPr lang="fr-FR" dirty="0"/>
              <a:t>. L'</a:t>
            </a:r>
            <a:r>
              <a:rPr lang="fr-FR" dirty="0" err="1"/>
              <a:t>Accuracy</a:t>
            </a:r>
            <a:r>
              <a:rPr lang="fr-FR" dirty="0"/>
              <a:t> est trompeuse car un modèle prédisant "toujours 0" pour les nuls obtiendrait 83% de score tout en étant inutile.</a:t>
            </a:r>
          </a:p>
        </p:txBody>
      </p:sp>
      <p:sp>
        <p:nvSpPr>
          <p:cNvPr id="5" name="Google Shape;401;p51">
            <a:extLst>
              <a:ext uri="{FF2B5EF4-FFF2-40B4-BE49-F238E27FC236}">
                <a16:creationId xmlns:a16="http://schemas.microsoft.com/office/drawing/2014/main" id="{6716B29A-590A-AC2E-9D9D-645A51160B77}"/>
              </a:ext>
            </a:extLst>
          </p:cNvPr>
          <p:cNvSpPr txBox="1">
            <a:spLocks/>
          </p:cNvSpPr>
          <p:nvPr/>
        </p:nvSpPr>
        <p:spPr>
          <a:xfrm>
            <a:off x="1245003" y="1770006"/>
            <a:ext cx="6639052" cy="66948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ctr" rtl="0">
              <a:lnSpc>
                <a:spcPct val="100000"/>
              </a:lnSpc>
              <a:spcBef>
                <a:spcPts val="0"/>
              </a:spcBef>
              <a:spcAft>
                <a:spcPts val="0"/>
              </a:spcAft>
              <a:buClr>
                <a:schemeClr val="dk1"/>
              </a:buClr>
              <a:buSzPts val="2400"/>
              <a:buFont typeface="Anton"/>
              <a:buNone/>
              <a:defRPr sz="2400" b="0" i="0" u="none" strike="noStrike" cap="none">
                <a:solidFill>
                  <a:schemeClr val="dk1"/>
                </a:solidFill>
                <a:latin typeface="Staatliches"/>
                <a:ea typeface="Staatliches"/>
                <a:cs typeface="Staatliches"/>
                <a:sym typeface="Staatliches"/>
              </a:defRPr>
            </a:lvl1pPr>
            <a:lvl2pPr marL="914400" marR="0" lvl="1" indent="-317500" algn="l"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2pPr>
            <a:lvl3pPr marL="1371600" marR="0" lvl="2" indent="-317500" algn="l"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3pPr>
            <a:lvl4pPr marL="1828800" marR="0" lvl="3" indent="-317500" algn="l"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4pPr>
            <a:lvl5pPr marL="2286000" marR="0" lvl="4" indent="-317500" algn="l"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5pPr>
            <a:lvl6pPr marL="2743200" marR="0" lvl="5" indent="-317500" algn="l"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6pPr>
            <a:lvl7pPr marL="3200400" marR="0" lvl="6" indent="-317500" algn="l"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7pPr>
            <a:lvl8pPr marL="3657600" marR="0" lvl="7" indent="-317500" algn="l"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8pPr>
            <a:lvl9pPr marL="4114800" marR="0" lvl="8" indent="-317500" algn="l"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9pPr>
          </a:lstStyle>
          <a:p>
            <a:r>
              <a:rPr lang="fr-FR" b="1" dirty="0"/>
              <a:t>Q2 : Déséquilibre des classes</a:t>
            </a:r>
          </a:p>
        </p:txBody>
      </p:sp>
      <p:pic>
        <p:nvPicPr>
          <p:cNvPr id="2" name="Image 3">
            <a:extLst>
              <a:ext uri="{FF2B5EF4-FFF2-40B4-BE49-F238E27FC236}">
                <a16:creationId xmlns:a16="http://schemas.microsoft.com/office/drawing/2014/main" id="{7DC628B7-50FF-639C-BEC4-79A8839E1649}"/>
              </a:ext>
            </a:extLst>
          </p:cNvPr>
          <p:cNvPicPr>
            <a:picLocks noChangeAspect="1"/>
          </p:cNvPicPr>
          <p:nvPr/>
        </p:nvPicPr>
        <p:blipFill>
          <a:blip r:embed="rId2" cstate="print">
            <a:extLst>
              <a:ext uri="{BEBA8EAE-BF5A-486C-A8C5-ECC9F3942E4B}">
                <a14:imgProps xmlns:a14="http://schemas.microsoft.com/office/drawing/2010/main">
                  <a14:imgLayer r:embed="rId3">
                    <a14:imgEffect>
                      <a14:backgroundRemoval t="5157" b="94619" l="7383" r="93289">
                        <a14:foregroundMark x1="42506" y1="47085" x2="41834" y2="46413"/>
                        <a14:foregroundMark x1="34452" y1="14798" x2="24609" y2="58296"/>
                        <a14:foregroundMark x1="24609" y1="58296" x2="47875" y2="90359"/>
                        <a14:foregroundMark x1="47875" y1="90359" x2="87919" y2="81839"/>
                        <a14:foregroundMark x1="87919" y1="81839" x2="82774" y2="39910"/>
                        <a14:foregroundMark x1="65896" y1="7749" x2="64653" y2="5381"/>
                        <a14:foregroundMark x1="82774" y1="39910" x2="71569" y2="18559"/>
                        <a14:foregroundMark x1="64653" y1="5381" x2="21587" y2="13172"/>
                        <a14:foregroundMark x1="9398" y1="44139" x2="7383" y2="50673"/>
                        <a14:foregroundMark x1="17943" y1="16431" x2="13336" y2="31368"/>
                        <a14:foregroundMark x1="7383" y1="50673" x2="7383" y2="51121"/>
                        <a14:foregroundMark x1="65128" y1="5192" x2="67338" y2="5157"/>
                        <a14:foregroundMark x1="38702" y1="5605" x2="64873" y2="5196"/>
                        <a14:foregroundMark x1="58166" y1="14798" x2="51902" y2="43274"/>
                        <a14:foregroundMark x1="55034" y1="19731" x2="49217" y2="41704"/>
                        <a14:foregroundMark x1="53691" y1="16143" x2="38479" y2="52691"/>
                        <a14:foregroundMark x1="38479" y1="52691" x2="47651" y2="53812"/>
                        <a14:foregroundMark x1="60403" y1="54484" x2="52573" y2="52242"/>
                        <a14:foregroundMark x1="48098" y1="51121" x2="38926" y2="61435"/>
                        <a14:foregroundMark x1="42729" y1="53587" x2="31767" y2="55381"/>
                        <a14:foregroundMark x1="46980" y1="64350" x2="49441" y2="65022"/>
                        <a14:foregroundMark x1="38926" y1="65471" x2="47651" y2="67713"/>
                        <a14:foregroundMark x1="47651" y1="67713" x2="47651" y2="67713"/>
                        <a14:foregroundMark x1="41387" y1="66592" x2="59508" y2="62108"/>
                        <a14:foregroundMark x1="67338" y1="55830" x2="55928" y2="67937"/>
                        <a14:foregroundMark x1="65996" y1="52466" x2="59060" y2="59641"/>
                        <a14:foregroundMark x1="62640" y1="41256" x2="68009" y2="60762"/>
                        <a14:foregroundMark x1="70022" y1="51794" x2="69575" y2="60314"/>
                        <a14:foregroundMark x1="66890" y1="32511" x2="60626" y2="43498"/>
                        <a14:foregroundMark x1="52796" y1="29596" x2="61074" y2="43274"/>
                        <a14:foregroundMark x1="27293" y1="37444" x2="24832" y2="47982"/>
                        <a14:foregroundMark x1="21477" y1="34753" x2="25503" y2="51570"/>
                        <a14:foregroundMark x1="20805" y1="47982" x2="23490" y2="51570"/>
                        <a14:foregroundMark x1="30872" y1="34305" x2="29978" y2="54933"/>
                        <a14:foregroundMark x1="39374" y1="33184" x2="37136" y2="47982"/>
                        <a14:foregroundMark x1="39597" y1="25785" x2="39597" y2="25785"/>
                        <a14:foregroundMark x1="43848" y1="25785" x2="46756" y2="25785"/>
                        <a14:foregroundMark x1="67785" y1="22646" x2="67785" y2="22646"/>
                        <a14:foregroundMark x1="65996" y1="22197" x2="65996" y2="22197"/>
                        <a14:foregroundMark x1="65548" y1="20179" x2="65548" y2="20179"/>
                        <a14:foregroundMark x1="65324" y1="19283" x2="65324" y2="19283"/>
                        <a14:foregroundMark x1="77405" y1="27354" x2="77405" y2="27354"/>
                        <a14:foregroundMark x1="79195" y1="28475" x2="79195" y2="28475"/>
                        <a14:foregroundMark x1="72707" y1="34753" x2="74273" y2="38117"/>
                        <a14:foregroundMark x1="76286" y1="38565" x2="76957" y2="39013"/>
                        <a14:foregroundMark x1="72036" y1="45964" x2="72036" y2="45964"/>
                        <a14:foregroundMark x1="71588" y1="47309" x2="71588" y2="47309"/>
                        <a14:foregroundMark x1="76957" y1="47085" x2="76957" y2="47085"/>
                        <a14:foregroundMark x1="66219" y1="46188" x2="66219" y2="46188"/>
                        <a14:foregroundMark x1="71365" y1="40807" x2="75839" y2="45516"/>
                        <a14:foregroundMark x1="30201" y1="92377" x2="37136" y2="94619"/>
                        <a14:foregroundMark x1="60850" y1="27578" x2="62640" y2="30269"/>
                        <a14:foregroundMark x1="67114" y1="39686" x2="68680" y2="42825"/>
                        <a14:foregroundMark x1="87919" y1="55605" x2="90157" y2="54709"/>
                        <a14:foregroundMark x1="90604" y1="60090" x2="93289" y2="78027"/>
                        <a14:backgroundMark x1="9843" y1="34753" x2="9843" y2="34753"/>
                        <a14:backgroundMark x1="9172" y1="30045" x2="11186" y2="39686"/>
                        <a14:backgroundMark x1="9620" y1="39910" x2="12528" y2="41704"/>
                        <a14:backgroundMark x1="2685" y1="43946" x2="3132" y2="48879"/>
                        <a14:backgroundMark x1="4027" y1="43946" x2="2685" y2="49103"/>
                        <a14:backgroundMark x1="20134" y1="13229" x2="20134" y2="13229"/>
                        <a14:backgroundMark x1="17450" y1="12556" x2="20358" y2="13453"/>
                        <a14:backgroundMark x1="14989" y1="12332" x2="21700" y2="13004"/>
                        <a14:backgroundMark x1="64877" y1="11883" x2="68680" y2="13229"/>
                        <a14:backgroundMark x1="68456" y1="13677" x2="72707" y2="16592"/>
                        <a14:backgroundMark x1="69351" y1="15022" x2="72707" y2="17489"/>
                        <a14:backgroundMark x1="68009" y1="14350" x2="72483" y2="15247"/>
                        <a14:backgroundMark x1="66443" y1="10090" x2="67785" y2="8744"/>
                        <a14:backgroundMark x1="66219" y1="8520" x2="66219" y2="8520"/>
                        <a14:backgroundMark x1="66219" y1="8520" x2="66890" y2="8969"/>
                        <a14:backgroundMark x1="65548" y1="9417" x2="68233" y2="8744"/>
                        <a14:backgroundMark x1="65548" y1="8296" x2="67114" y2="8296"/>
                        <a14:backgroundMark x1="66443" y1="8296" x2="65996" y2="7848"/>
                        <a14:backgroundMark x1="97315" y1="70179" x2="97092" y2="75336"/>
                        <a14:backgroundMark x1="95749" y1="73991" x2="96868" y2="76457"/>
                        <a14:backgroundMark x1="50783" y1="98655" x2="54139" y2="98655"/>
                        <a14:backgroundMark x1="59060" y1="99103" x2="52349" y2="96861"/>
                        <a14:backgroundMark x1="57718" y1="98206" x2="59955" y2="99327"/>
                        <a14:backgroundMark x1="55481" y1="98430" x2="58837" y2="98206"/>
                        <a14:backgroundMark x1="55257" y1="97758" x2="57718" y2="97758"/>
                        <a14:backgroundMark x1="95078" y1="58520" x2="95302" y2="60090"/>
                      </a14:backgroundRemoval>
                    </a14:imgEffect>
                  </a14:imgLayer>
                </a14:imgProps>
              </a:ext>
              <a:ext uri="{28A0092B-C50C-407E-A947-70E740481C1C}">
                <a14:useLocalDpi xmlns:a14="http://schemas.microsoft.com/office/drawing/2010/main" val="0"/>
              </a:ext>
            </a:extLst>
          </a:blip>
          <a:stretch>
            <a:fillRect/>
          </a:stretch>
        </p:blipFill>
        <p:spPr>
          <a:xfrm>
            <a:off x="7916413" y="-9172"/>
            <a:ext cx="1029074" cy="1026772"/>
          </a:xfrm>
          <a:prstGeom prst="rect">
            <a:avLst/>
          </a:prstGeom>
        </p:spPr>
      </p:pic>
    </p:spTree>
    <p:extLst>
      <p:ext uri="{BB962C8B-B14F-4D97-AF65-F5344CB8AC3E}">
        <p14:creationId xmlns:p14="http://schemas.microsoft.com/office/powerpoint/2010/main" val="195950447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394">
          <a:extLst>
            <a:ext uri="{FF2B5EF4-FFF2-40B4-BE49-F238E27FC236}">
              <a16:creationId xmlns:a16="http://schemas.microsoft.com/office/drawing/2014/main" id="{54887B50-7EC6-FFE9-AD7C-5E058144CD7B}"/>
            </a:ext>
          </a:extLst>
        </p:cNvPr>
        <p:cNvGrpSpPr/>
        <p:nvPr/>
      </p:nvGrpSpPr>
      <p:grpSpPr>
        <a:xfrm>
          <a:off x="0" y="0"/>
          <a:ext cx="0" cy="0"/>
          <a:chOff x="0" y="0"/>
          <a:chExt cx="0" cy="0"/>
        </a:xfrm>
      </p:grpSpPr>
      <p:sp>
        <p:nvSpPr>
          <p:cNvPr id="395" name="Google Shape;395;p51">
            <a:extLst>
              <a:ext uri="{FF2B5EF4-FFF2-40B4-BE49-F238E27FC236}">
                <a16:creationId xmlns:a16="http://schemas.microsoft.com/office/drawing/2014/main" id="{D6641D6C-FCA2-9369-C7F6-9E6BE40AE2C8}"/>
              </a:ext>
            </a:extLst>
          </p:cNvPr>
          <p:cNvSpPr txBox="1">
            <a:spLocks noGrp="1"/>
          </p:cNvSpPr>
          <p:nvPr>
            <p:ph type="title"/>
          </p:nvPr>
        </p:nvSpPr>
        <p:spPr>
          <a:xfrm>
            <a:off x="720000" y="540000"/>
            <a:ext cx="7704000" cy="477600"/>
          </a:xfrm>
          <a:prstGeom prst="rect">
            <a:avLst/>
          </a:prstGeom>
          <a:solidFill>
            <a:srgbClr val="000000">
              <a:alpha val="67590"/>
            </a:srgbClr>
          </a:solidFill>
        </p:spPr>
        <p:txBody>
          <a:bodyPr spcFirstLastPara="1" wrap="square" lIns="91425" tIns="91425" rIns="91425" bIns="91425" anchor="ctr" anchorCtr="0">
            <a:noAutofit/>
          </a:bodyPr>
          <a:lstStyle/>
          <a:p>
            <a:pPr marL="0" lvl="0" indent="0" algn="ctr" rtl="0">
              <a:spcBef>
                <a:spcPts val="0"/>
              </a:spcBef>
              <a:spcAft>
                <a:spcPts val="0"/>
              </a:spcAft>
              <a:buNone/>
            </a:pPr>
            <a:r>
              <a:rPr lang="en" dirty="0"/>
              <a:t>Réponses </a:t>
            </a:r>
            <a:r>
              <a:rPr lang="en" dirty="0">
                <a:solidFill>
                  <a:schemeClr val="lt1"/>
                </a:solidFill>
              </a:rPr>
              <a:t>Q3</a:t>
            </a:r>
            <a:endParaRPr dirty="0">
              <a:solidFill>
                <a:schemeClr val="lt1"/>
              </a:solidFill>
            </a:endParaRPr>
          </a:p>
        </p:txBody>
      </p:sp>
      <p:grpSp>
        <p:nvGrpSpPr>
          <p:cNvPr id="404" name="Google Shape;404;p51">
            <a:extLst>
              <a:ext uri="{FF2B5EF4-FFF2-40B4-BE49-F238E27FC236}">
                <a16:creationId xmlns:a16="http://schemas.microsoft.com/office/drawing/2014/main" id="{4AB04A67-D769-ED50-8019-504F3FA45C21}"/>
              </a:ext>
            </a:extLst>
          </p:cNvPr>
          <p:cNvGrpSpPr/>
          <p:nvPr/>
        </p:nvGrpSpPr>
        <p:grpSpPr>
          <a:xfrm>
            <a:off x="713150" y="1090100"/>
            <a:ext cx="7717800" cy="114325"/>
            <a:chOff x="208025" y="3106700"/>
            <a:chExt cx="7717800" cy="114325"/>
          </a:xfrm>
        </p:grpSpPr>
        <p:sp>
          <p:nvSpPr>
            <p:cNvPr id="405" name="Google Shape;405;p51">
              <a:extLst>
                <a:ext uri="{FF2B5EF4-FFF2-40B4-BE49-F238E27FC236}">
                  <a16:creationId xmlns:a16="http://schemas.microsoft.com/office/drawing/2014/main" id="{BADF2375-7E95-ACA4-069C-01A3464B51F4}"/>
                </a:ext>
              </a:extLst>
            </p:cNvPr>
            <p:cNvSpPr/>
            <p:nvPr/>
          </p:nvSpPr>
          <p:spPr>
            <a:xfrm>
              <a:off x="208025" y="3106725"/>
              <a:ext cx="75435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 name="Google Shape;406;p51">
              <a:extLst>
                <a:ext uri="{FF2B5EF4-FFF2-40B4-BE49-F238E27FC236}">
                  <a16:creationId xmlns:a16="http://schemas.microsoft.com/office/drawing/2014/main" id="{B49C3B1F-7DA6-63D0-A08B-3F94939C2ABD}"/>
                </a:ext>
              </a:extLst>
            </p:cNvPr>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 name="Google Shape;397;p51">
            <a:extLst>
              <a:ext uri="{FF2B5EF4-FFF2-40B4-BE49-F238E27FC236}">
                <a16:creationId xmlns:a16="http://schemas.microsoft.com/office/drawing/2014/main" id="{D9F4B632-9D78-26EB-372D-9A1BE9058BEA}"/>
              </a:ext>
            </a:extLst>
          </p:cNvPr>
          <p:cNvSpPr txBox="1">
            <a:spLocks/>
          </p:cNvSpPr>
          <p:nvPr/>
        </p:nvSpPr>
        <p:spPr>
          <a:xfrm>
            <a:off x="720000" y="2365663"/>
            <a:ext cx="7710950" cy="136121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16427" lvl="0" indent="-317500" algn="ctr"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1pPr>
            <a:lvl2pPr marL="914400" marR="0" lvl="1" indent="-317500" algn="ctr" rtl="0">
              <a:lnSpc>
                <a:spcPct val="100000"/>
              </a:lnSpc>
              <a:spcBef>
                <a:spcPts val="0"/>
              </a:spcBef>
              <a:spcAft>
                <a:spcPts val="0"/>
              </a:spcAft>
              <a:buClr>
                <a:schemeClr val="dk1"/>
              </a:buClr>
              <a:buSzPts val="2100"/>
              <a:buFont typeface="Work Sans"/>
              <a:buNone/>
              <a:defRPr sz="2100" b="0" i="0" u="none" strike="noStrike" cap="none">
                <a:solidFill>
                  <a:schemeClr val="dk1"/>
                </a:solidFill>
                <a:latin typeface="Work Sans"/>
                <a:ea typeface="Work Sans"/>
                <a:cs typeface="Work Sans"/>
                <a:sym typeface="Work Sans"/>
              </a:defRPr>
            </a:lvl2pPr>
            <a:lvl3pPr marL="1371600" marR="0" lvl="2" indent="-317500" algn="ctr" rtl="0">
              <a:lnSpc>
                <a:spcPct val="100000"/>
              </a:lnSpc>
              <a:spcBef>
                <a:spcPts val="0"/>
              </a:spcBef>
              <a:spcAft>
                <a:spcPts val="0"/>
              </a:spcAft>
              <a:buClr>
                <a:schemeClr val="dk1"/>
              </a:buClr>
              <a:buSzPts val="2100"/>
              <a:buFont typeface="Work Sans"/>
              <a:buNone/>
              <a:defRPr sz="2100" b="0" i="0" u="none" strike="noStrike" cap="none">
                <a:solidFill>
                  <a:schemeClr val="dk1"/>
                </a:solidFill>
                <a:latin typeface="Work Sans"/>
                <a:ea typeface="Work Sans"/>
                <a:cs typeface="Work Sans"/>
                <a:sym typeface="Work Sans"/>
              </a:defRPr>
            </a:lvl3pPr>
            <a:lvl4pPr marL="1828800" marR="0" lvl="3" indent="-317500" algn="ctr" rtl="0">
              <a:lnSpc>
                <a:spcPct val="100000"/>
              </a:lnSpc>
              <a:spcBef>
                <a:spcPts val="0"/>
              </a:spcBef>
              <a:spcAft>
                <a:spcPts val="0"/>
              </a:spcAft>
              <a:buClr>
                <a:schemeClr val="dk1"/>
              </a:buClr>
              <a:buSzPts val="2100"/>
              <a:buFont typeface="Work Sans"/>
              <a:buNone/>
              <a:defRPr sz="2100" b="0" i="0" u="none" strike="noStrike" cap="none">
                <a:solidFill>
                  <a:schemeClr val="dk1"/>
                </a:solidFill>
                <a:latin typeface="Work Sans"/>
                <a:ea typeface="Work Sans"/>
                <a:cs typeface="Work Sans"/>
                <a:sym typeface="Work Sans"/>
              </a:defRPr>
            </a:lvl4pPr>
            <a:lvl5pPr marL="2286000" marR="0" lvl="4" indent="-317500" algn="ctr" rtl="0">
              <a:lnSpc>
                <a:spcPct val="100000"/>
              </a:lnSpc>
              <a:spcBef>
                <a:spcPts val="0"/>
              </a:spcBef>
              <a:spcAft>
                <a:spcPts val="0"/>
              </a:spcAft>
              <a:buClr>
                <a:schemeClr val="dk1"/>
              </a:buClr>
              <a:buSzPts val="2100"/>
              <a:buFont typeface="Work Sans"/>
              <a:buNone/>
              <a:defRPr sz="2100" b="0" i="0" u="none" strike="noStrike" cap="none">
                <a:solidFill>
                  <a:schemeClr val="dk1"/>
                </a:solidFill>
                <a:latin typeface="Work Sans"/>
                <a:ea typeface="Work Sans"/>
                <a:cs typeface="Work Sans"/>
                <a:sym typeface="Work Sans"/>
              </a:defRPr>
            </a:lvl5pPr>
            <a:lvl6pPr marL="2743200" marR="0" lvl="5" indent="-317500" algn="ctr" rtl="0">
              <a:lnSpc>
                <a:spcPct val="100000"/>
              </a:lnSpc>
              <a:spcBef>
                <a:spcPts val="0"/>
              </a:spcBef>
              <a:spcAft>
                <a:spcPts val="0"/>
              </a:spcAft>
              <a:buClr>
                <a:schemeClr val="dk1"/>
              </a:buClr>
              <a:buSzPts val="2100"/>
              <a:buFont typeface="Work Sans"/>
              <a:buNone/>
              <a:defRPr sz="2100" b="0" i="0" u="none" strike="noStrike" cap="none">
                <a:solidFill>
                  <a:schemeClr val="dk1"/>
                </a:solidFill>
                <a:latin typeface="Work Sans"/>
                <a:ea typeface="Work Sans"/>
                <a:cs typeface="Work Sans"/>
                <a:sym typeface="Work Sans"/>
              </a:defRPr>
            </a:lvl6pPr>
            <a:lvl7pPr marL="3200400" marR="0" lvl="6" indent="-317500" algn="ctr" rtl="0">
              <a:lnSpc>
                <a:spcPct val="100000"/>
              </a:lnSpc>
              <a:spcBef>
                <a:spcPts val="0"/>
              </a:spcBef>
              <a:spcAft>
                <a:spcPts val="0"/>
              </a:spcAft>
              <a:buClr>
                <a:schemeClr val="dk1"/>
              </a:buClr>
              <a:buSzPts val="2100"/>
              <a:buFont typeface="Work Sans"/>
              <a:buNone/>
              <a:defRPr sz="2100" b="0" i="0" u="none" strike="noStrike" cap="none">
                <a:solidFill>
                  <a:schemeClr val="dk1"/>
                </a:solidFill>
                <a:latin typeface="Work Sans"/>
                <a:ea typeface="Work Sans"/>
                <a:cs typeface="Work Sans"/>
                <a:sym typeface="Work Sans"/>
              </a:defRPr>
            </a:lvl7pPr>
            <a:lvl8pPr marL="3657600" marR="0" lvl="7" indent="-317500" algn="ctr" rtl="0">
              <a:lnSpc>
                <a:spcPct val="100000"/>
              </a:lnSpc>
              <a:spcBef>
                <a:spcPts val="0"/>
              </a:spcBef>
              <a:spcAft>
                <a:spcPts val="0"/>
              </a:spcAft>
              <a:buClr>
                <a:schemeClr val="dk1"/>
              </a:buClr>
              <a:buSzPts val="2100"/>
              <a:buFont typeface="Work Sans"/>
              <a:buNone/>
              <a:defRPr sz="2100" b="0" i="0" u="none" strike="noStrike" cap="none">
                <a:solidFill>
                  <a:schemeClr val="dk1"/>
                </a:solidFill>
                <a:latin typeface="Work Sans"/>
                <a:ea typeface="Work Sans"/>
                <a:cs typeface="Work Sans"/>
                <a:sym typeface="Work Sans"/>
              </a:defRPr>
            </a:lvl8pPr>
            <a:lvl9pPr marL="4114800" marR="0" lvl="8" indent="-317500" algn="ctr" rtl="0">
              <a:lnSpc>
                <a:spcPct val="100000"/>
              </a:lnSpc>
              <a:spcBef>
                <a:spcPts val="0"/>
              </a:spcBef>
              <a:spcAft>
                <a:spcPts val="0"/>
              </a:spcAft>
              <a:buClr>
                <a:schemeClr val="dk1"/>
              </a:buClr>
              <a:buSzPts val="2100"/>
              <a:buFont typeface="Work Sans"/>
              <a:buNone/>
              <a:defRPr sz="2100" b="0" i="0" u="none" strike="noStrike" cap="none">
                <a:solidFill>
                  <a:schemeClr val="dk1"/>
                </a:solidFill>
                <a:latin typeface="Work Sans"/>
                <a:ea typeface="Work Sans"/>
                <a:cs typeface="Work Sans"/>
                <a:sym typeface="Work Sans"/>
              </a:defRPr>
            </a:lvl9pPr>
          </a:lstStyle>
          <a:p>
            <a:pPr marL="0" indent="0">
              <a:buSzPts val="1100"/>
            </a:pPr>
            <a:r>
              <a:rPr lang="fr-FR" dirty="0"/>
              <a:t>Le classificateur </a:t>
            </a:r>
            <a:r>
              <a:rPr lang="fr-FR" dirty="0" err="1"/>
              <a:t>x_wins</a:t>
            </a:r>
            <a:r>
              <a:rPr lang="fr-FR" dirty="0"/>
              <a:t> obtient de meilleurs scores (F1=0.96) que </a:t>
            </a:r>
            <a:r>
              <a:rPr lang="fr-FR" dirty="0" err="1"/>
              <a:t>is_draw</a:t>
            </a:r>
            <a:r>
              <a:rPr lang="fr-FR" dirty="0"/>
              <a:t> (F1=0.77). </a:t>
            </a:r>
            <a:r>
              <a:rPr lang="fr-FR" b="1" dirty="0"/>
              <a:t>Pourquoi ?</a:t>
            </a:r>
            <a:r>
              <a:rPr lang="fr-FR" dirty="0"/>
              <a:t> Prédire une victoire est une tâche "positive" liée à l'alignement de 3 pions. Prédire un match nul est plus complexe : c'est une tâche "négative" qui nécessite de vérifier que toutes les lignes de victoire des deux joueurs sont bloquées simultanément.</a:t>
            </a:r>
          </a:p>
        </p:txBody>
      </p:sp>
      <p:sp>
        <p:nvSpPr>
          <p:cNvPr id="5" name="Google Shape;401;p51">
            <a:extLst>
              <a:ext uri="{FF2B5EF4-FFF2-40B4-BE49-F238E27FC236}">
                <a16:creationId xmlns:a16="http://schemas.microsoft.com/office/drawing/2014/main" id="{E803D381-E9E2-58E6-79AE-8B580C36D8E2}"/>
              </a:ext>
            </a:extLst>
          </p:cNvPr>
          <p:cNvSpPr txBox="1">
            <a:spLocks/>
          </p:cNvSpPr>
          <p:nvPr/>
        </p:nvSpPr>
        <p:spPr>
          <a:xfrm>
            <a:off x="1245003" y="1770006"/>
            <a:ext cx="6639052" cy="66948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ctr" rtl="0">
              <a:lnSpc>
                <a:spcPct val="100000"/>
              </a:lnSpc>
              <a:spcBef>
                <a:spcPts val="0"/>
              </a:spcBef>
              <a:spcAft>
                <a:spcPts val="0"/>
              </a:spcAft>
              <a:buClr>
                <a:schemeClr val="dk1"/>
              </a:buClr>
              <a:buSzPts val="2400"/>
              <a:buFont typeface="Anton"/>
              <a:buNone/>
              <a:defRPr sz="2400" b="0" i="0" u="none" strike="noStrike" cap="none">
                <a:solidFill>
                  <a:schemeClr val="dk1"/>
                </a:solidFill>
                <a:latin typeface="Staatliches"/>
                <a:ea typeface="Staatliches"/>
                <a:cs typeface="Staatliches"/>
                <a:sym typeface="Staatliches"/>
              </a:defRPr>
            </a:lvl1pPr>
            <a:lvl2pPr marL="914400" marR="0" lvl="1" indent="-317500" algn="l"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2pPr>
            <a:lvl3pPr marL="1371600" marR="0" lvl="2" indent="-317500" algn="l"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3pPr>
            <a:lvl4pPr marL="1828800" marR="0" lvl="3" indent="-317500" algn="l"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4pPr>
            <a:lvl5pPr marL="2286000" marR="0" lvl="4" indent="-317500" algn="l"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5pPr>
            <a:lvl6pPr marL="2743200" marR="0" lvl="5" indent="-317500" algn="l"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6pPr>
            <a:lvl7pPr marL="3200400" marR="0" lvl="6" indent="-317500" algn="l"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7pPr>
            <a:lvl8pPr marL="3657600" marR="0" lvl="7" indent="-317500" algn="l"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8pPr>
            <a:lvl9pPr marL="4114800" marR="0" lvl="8" indent="-317500" algn="l"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9pPr>
          </a:lstStyle>
          <a:p>
            <a:r>
              <a:rPr lang="fr-FR" b="1" dirty="0"/>
              <a:t>Q3 : Comparaison des deux modèles</a:t>
            </a:r>
          </a:p>
        </p:txBody>
      </p:sp>
      <p:pic>
        <p:nvPicPr>
          <p:cNvPr id="2" name="Image 3">
            <a:extLst>
              <a:ext uri="{FF2B5EF4-FFF2-40B4-BE49-F238E27FC236}">
                <a16:creationId xmlns:a16="http://schemas.microsoft.com/office/drawing/2014/main" id="{8196A80E-C66B-777D-821F-28BA3DC1BE10}"/>
              </a:ext>
            </a:extLst>
          </p:cNvPr>
          <p:cNvPicPr>
            <a:picLocks noChangeAspect="1"/>
          </p:cNvPicPr>
          <p:nvPr/>
        </p:nvPicPr>
        <p:blipFill>
          <a:blip r:embed="rId2" cstate="print">
            <a:extLst>
              <a:ext uri="{BEBA8EAE-BF5A-486C-A8C5-ECC9F3942E4B}">
                <a14:imgProps xmlns:a14="http://schemas.microsoft.com/office/drawing/2010/main">
                  <a14:imgLayer r:embed="rId3">
                    <a14:imgEffect>
                      <a14:backgroundRemoval t="5157" b="94619" l="7383" r="93289">
                        <a14:foregroundMark x1="42506" y1="47085" x2="41834" y2="46413"/>
                        <a14:foregroundMark x1="34452" y1="14798" x2="24609" y2="58296"/>
                        <a14:foregroundMark x1="24609" y1="58296" x2="47875" y2="90359"/>
                        <a14:foregroundMark x1="47875" y1="90359" x2="87919" y2="81839"/>
                        <a14:foregroundMark x1="87919" y1="81839" x2="82774" y2="39910"/>
                        <a14:foregroundMark x1="65896" y1="7749" x2="64653" y2="5381"/>
                        <a14:foregroundMark x1="82774" y1="39910" x2="71569" y2="18559"/>
                        <a14:foregroundMark x1="64653" y1="5381" x2="21587" y2="13172"/>
                        <a14:foregroundMark x1="9398" y1="44139" x2="7383" y2="50673"/>
                        <a14:foregroundMark x1="17943" y1="16431" x2="13336" y2="31368"/>
                        <a14:foregroundMark x1="7383" y1="50673" x2="7383" y2="51121"/>
                        <a14:foregroundMark x1="65128" y1="5192" x2="67338" y2="5157"/>
                        <a14:foregroundMark x1="38702" y1="5605" x2="64873" y2="5196"/>
                        <a14:foregroundMark x1="58166" y1="14798" x2="51902" y2="43274"/>
                        <a14:foregroundMark x1="55034" y1="19731" x2="49217" y2="41704"/>
                        <a14:foregroundMark x1="53691" y1="16143" x2="38479" y2="52691"/>
                        <a14:foregroundMark x1="38479" y1="52691" x2="47651" y2="53812"/>
                        <a14:foregroundMark x1="60403" y1="54484" x2="52573" y2="52242"/>
                        <a14:foregroundMark x1="48098" y1="51121" x2="38926" y2="61435"/>
                        <a14:foregroundMark x1="42729" y1="53587" x2="31767" y2="55381"/>
                        <a14:foregroundMark x1="46980" y1="64350" x2="49441" y2="65022"/>
                        <a14:foregroundMark x1="38926" y1="65471" x2="47651" y2="67713"/>
                        <a14:foregroundMark x1="47651" y1="67713" x2="47651" y2="67713"/>
                        <a14:foregroundMark x1="41387" y1="66592" x2="59508" y2="62108"/>
                        <a14:foregroundMark x1="67338" y1="55830" x2="55928" y2="67937"/>
                        <a14:foregroundMark x1="65996" y1="52466" x2="59060" y2="59641"/>
                        <a14:foregroundMark x1="62640" y1="41256" x2="68009" y2="60762"/>
                        <a14:foregroundMark x1="70022" y1="51794" x2="69575" y2="60314"/>
                        <a14:foregroundMark x1="66890" y1="32511" x2="60626" y2="43498"/>
                        <a14:foregroundMark x1="52796" y1="29596" x2="61074" y2="43274"/>
                        <a14:foregroundMark x1="27293" y1="37444" x2="24832" y2="47982"/>
                        <a14:foregroundMark x1="21477" y1="34753" x2="25503" y2="51570"/>
                        <a14:foregroundMark x1="20805" y1="47982" x2="23490" y2="51570"/>
                        <a14:foregroundMark x1="30872" y1="34305" x2="29978" y2="54933"/>
                        <a14:foregroundMark x1="39374" y1="33184" x2="37136" y2="47982"/>
                        <a14:foregroundMark x1="39597" y1="25785" x2="39597" y2="25785"/>
                        <a14:foregroundMark x1="43848" y1="25785" x2="46756" y2="25785"/>
                        <a14:foregroundMark x1="67785" y1="22646" x2="67785" y2="22646"/>
                        <a14:foregroundMark x1="65996" y1="22197" x2="65996" y2="22197"/>
                        <a14:foregroundMark x1="65548" y1="20179" x2="65548" y2="20179"/>
                        <a14:foregroundMark x1="65324" y1="19283" x2="65324" y2="19283"/>
                        <a14:foregroundMark x1="77405" y1="27354" x2="77405" y2="27354"/>
                        <a14:foregroundMark x1="79195" y1="28475" x2="79195" y2="28475"/>
                        <a14:foregroundMark x1="72707" y1="34753" x2="74273" y2="38117"/>
                        <a14:foregroundMark x1="76286" y1="38565" x2="76957" y2="39013"/>
                        <a14:foregroundMark x1="72036" y1="45964" x2="72036" y2="45964"/>
                        <a14:foregroundMark x1="71588" y1="47309" x2="71588" y2="47309"/>
                        <a14:foregroundMark x1="76957" y1="47085" x2="76957" y2="47085"/>
                        <a14:foregroundMark x1="66219" y1="46188" x2="66219" y2="46188"/>
                        <a14:foregroundMark x1="71365" y1="40807" x2="75839" y2="45516"/>
                        <a14:foregroundMark x1="30201" y1="92377" x2="37136" y2="94619"/>
                        <a14:foregroundMark x1="60850" y1="27578" x2="62640" y2="30269"/>
                        <a14:foregroundMark x1="67114" y1="39686" x2="68680" y2="42825"/>
                        <a14:foregroundMark x1="87919" y1="55605" x2="90157" y2="54709"/>
                        <a14:foregroundMark x1="90604" y1="60090" x2="93289" y2="78027"/>
                        <a14:backgroundMark x1="9843" y1="34753" x2="9843" y2="34753"/>
                        <a14:backgroundMark x1="9172" y1="30045" x2="11186" y2="39686"/>
                        <a14:backgroundMark x1="9620" y1="39910" x2="12528" y2="41704"/>
                        <a14:backgroundMark x1="2685" y1="43946" x2="3132" y2="48879"/>
                        <a14:backgroundMark x1="4027" y1="43946" x2="2685" y2="49103"/>
                        <a14:backgroundMark x1="20134" y1="13229" x2="20134" y2="13229"/>
                        <a14:backgroundMark x1="17450" y1="12556" x2="20358" y2="13453"/>
                        <a14:backgroundMark x1="14989" y1="12332" x2="21700" y2="13004"/>
                        <a14:backgroundMark x1="64877" y1="11883" x2="68680" y2="13229"/>
                        <a14:backgroundMark x1="68456" y1="13677" x2="72707" y2="16592"/>
                        <a14:backgroundMark x1="69351" y1="15022" x2="72707" y2="17489"/>
                        <a14:backgroundMark x1="68009" y1="14350" x2="72483" y2="15247"/>
                        <a14:backgroundMark x1="66443" y1="10090" x2="67785" y2="8744"/>
                        <a14:backgroundMark x1="66219" y1="8520" x2="66219" y2="8520"/>
                        <a14:backgroundMark x1="66219" y1="8520" x2="66890" y2="8969"/>
                        <a14:backgroundMark x1="65548" y1="9417" x2="68233" y2="8744"/>
                        <a14:backgroundMark x1="65548" y1="8296" x2="67114" y2="8296"/>
                        <a14:backgroundMark x1="66443" y1="8296" x2="65996" y2="7848"/>
                        <a14:backgroundMark x1="97315" y1="70179" x2="97092" y2="75336"/>
                        <a14:backgroundMark x1="95749" y1="73991" x2="96868" y2="76457"/>
                        <a14:backgroundMark x1="50783" y1="98655" x2="54139" y2="98655"/>
                        <a14:backgroundMark x1="59060" y1="99103" x2="52349" y2="96861"/>
                        <a14:backgroundMark x1="57718" y1="98206" x2="59955" y2="99327"/>
                        <a14:backgroundMark x1="55481" y1="98430" x2="58837" y2="98206"/>
                        <a14:backgroundMark x1="55257" y1="97758" x2="57718" y2="97758"/>
                        <a14:backgroundMark x1="95078" y1="58520" x2="95302" y2="60090"/>
                      </a14:backgroundRemoval>
                    </a14:imgEffect>
                  </a14:imgLayer>
                </a14:imgProps>
              </a:ext>
              <a:ext uri="{28A0092B-C50C-407E-A947-70E740481C1C}">
                <a14:useLocalDpi xmlns:a14="http://schemas.microsoft.com/office/drawing/2010/main" val="0"/>
              </a:ext>
            </a:extLst>
          </a:blip>
          <a:stretch>
            <a:fillRect/>
          </a:stretch>
        </p:blipFill>
        <p:spPr>
          <a:xfrm>
            <a:off x="7916413" y="-9172"/>
            <a:ext cx="1029074" cy="1026772"/>
          </a:xfrm>
          <a:prstGeom prst="rect">
            <a:avLst/>
          </a:prstGeom>
        </p:spPr>
      </p:pic>
    </p:spTree>
    <p:extLst>
      <p:ext uri="{BB962C8B-B14F-4D97-AF65-F5344CB8AC3E}">
        <p14:creationId xmlns:p14="http://schemas.microsoft.com/office/powerpoint/2010/main" val="47503466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94">
          <a:extLst>
            <a:ext uri="{FF2B5EF4-FFF2-40B4-BE49-F238E27FC236}">
              <a16:creationId xmlns:a16="http://schemas.microsoft.com/office/drawing/2014/main" id="{B957322F-CA71-935D-9523-F13BB29392C1}"/>
            </a:ext>
          </a:extLst>
        </p:cNvPr>
        <p:cNvGrpSpPr/>
        <p:nvPr/>
      </p:nvGrpSpPr>
      <p:grpSpPr>
        <a:xfrm>
          <a:off x="0" y="0"/>
          <a:ext cx="0" cy="0"/>
          <a:chOff x="0" y="0"/>
          <a:chExt cx="0" cy="0"/>
        </a:xfrm>
      </p:grpSpPr>
      <p:sp>
        <p:nvSpPr>
          <p:cNvPr id="395" name="Google Shape;395;p51">
            <a:extLst>
              <a:ext uri="{FF2B5EF4-FFF2-40B4-BE49-F238E27FC236}">
                <a16:creationId xmlns:a16="http://schemas.microsoft.com/office/drawing/2014/main" id="{BABF444A-C1F0-0315-2D26-BA1254CFC27C}"/>
              </a:ext>
            </a:extLst>
          </p:cNvPr>
          <p:cNvSpPr txBox="1">
            <a:spLocks noGrp="1"/>
          </p:cNvSpPr>
          <p:nvPr>
            <p:ph type="title"/>
          </p:nvPr>
        </p:nvSpPr>
        <p:spPr>
          <a:xfrm>
            <a:off x="720000" y="540000"/>
            <a:ext cx="7704000" cy="477600"/>
          </a:xfrm>
          <a:prstGeom prst="rect">
            <a:avLst/>
          </a:prstGeom>
          <a:solidFill>
            <a:srgbClr val="000000">
              <a:alpha val="67590"/>
            </a:srgbClr>
          </a:solidFill>
        </p:spPr>
        <p:txBody>
          <a:bodyPr spcFirstLastPara="1" wrap="square" lIns="91425" tIns="91425" rIns="91425" bIns="91425" anchor="ctr" anchorCtr="0">
            <a:noAutofit/>
          </a:bodyPr>
          <a:lstStyle/>
          <a:p>
            <a:pPr marL="0" lvl="0" indent="0" algn="ctr" rtl="0">
              <a:spcBef>
                <a:spcPts val="0"/>
              </a:spcBef>
              <a:spcAft>
                <a:spcPts val="0"/>
              </a:spcAft>
              <a:buNone/>
            </a:pPr>
            <a:r>
              <a:rPr lang="en" dirty="0"/>
              <a:t>Réponses </a:t>
            </a:r>
            <a:r>
              <a:rPr lang="en" dirty="0">
                <a:solidFill>
                  <a:schemeClr val="lt1"/>
                </a:solidFill>
              </a:rPr>
              <a:t>Q4</a:t>
            </a:r>
            <a:endParaRPr dirty="0">
              <a:solidFill>
                <a:schemeClr val="lt1"/>
              </a:solidFill>
            </a:endParaRPr>
          </a:p>
        </p:txBody>
      </p:sp>
      <p:grpSp>
        <p:nvGrpSpPr>
          <p:cNvPr id="404" name="Google Shape;404;p51">
            <a:extLst>
              <a:ext uri="{FF2B5EF4-FFF2-40B4-BE49-F238E27FC236}">
                <a16:creationId xmlns:a16="http://schemas.microsoft.com/office/drawing/2014/main" id="{FDF3541F-9929-E629-88C5-AE3D1D00B21C}"/>
              </a:ext>
            </a:extLst>
          </p:cNvPr>
          <p:cNvGrpSpPr/>
          <p:nvPr/>
        </p:nvGrpSpPr>
        <p:grpSpPr>
          <a:xfrm>
            <a:off x="713150" y="1090100"/>
            <a:ext cx="7717800" cy="114325"/>
            <a:chOff x="208025" y="3106700"/>
            <a:chExt cx="7717800" cy="114325"/>
          </a:xfrm>
        </p:grpSpPr>
        <p:sp>
          <p:nvSpPr>
            <p:cNvPr id="405" name="Google Shape;405;p51">
              <a:extLst>
                <a:ext uri="{FF2B5EF4-FFF2-40B4-BE49-F238E27FC236}">
                  <a16:creationId xmlns:a16="http://schemas.microsoft.com/office/drawing/2014/main" id="{09AA956E-15C0-0954-0A4F-AFBBEB3E2ECF}"/>
                </a:ext>
              </a:extLst>
            </p:cNvPr>
            <p:cNvSpPr/>
            <p:nvPr/>
          </p:nvSpPr>
          <p:spPr>
            <a:xfrm>
              <a:off x="208025" y="3106725"/>
              <a:ext cx="75435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 name="Google Shape;406;p51">
              <a:extLst>
                <a:ext uri="{FF2B5EF4-FFF2-40B4-BE49-F238E27FC236}">
                  <a16:creationId xmlns:a16="http://schemas.microsoft.com/office/drawing/2014/main" id="{A6E5D3C3-E9AA-58AF-E9F5-EA45605E37FD}"/>
                </a:ext>
              </a:extLst>
            </p:cNvPr>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 name="Google Shape;397;p51">
            <a:extLst>
              <a:ext uri="{FF2B5EF4-FFF2-40B4-BE49-F238E27FC236}">
                <a16:creationId xmlns:a16="http://schemas.microsoft.com/office/drawing/2014/main" id="{B9E938F5-2FC9-A372-6702-CD4D231BE030}"/>
              </a:ext>
            </a:extLst>
          </p:cNvPr>
          <p:cNvSpPr txBox="1">
            <a:spLocks/>
          </p:cNvSpPr>
          <p:nvPr/>
        </p:nvSpPr>
        <p:spPr>
          <a:xfrm>
            <a:off x="720000" y="2365662"/>
            <a:ext cx="7710950" cy="1465119"/>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16427" lvl="0" indent="-317500" algn="ctr"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1pPr>
            <a:lvl2pPr marL="914400" marR="0" lvl="1" indent="-317500" algn="ctr" rtl="0">
              <a:lnSpc>
                <a:spcPct val="100000"/>
              </a:lnSpc>
              <a:spcBef>
                <a:spcPts val="0"/>
              </a:spcBef>
              <a:spcAft>
                <a:spcPts val="0"/>
              </a:spcAft>
              <a:buClr>
                <a:schemeClr val="dk1"/>
              </a:buClr>
              <a:buSzPts val="2100"/>
              <a:buFont typeface="Work Sans"/>
              <a:buNone/>
              <a:defRPr sz="2100" b="0" i="0" u="none" strike="noStrike" cap="none">
                <a:solidFill>
                  <a:schemeClr val="dk1"/>
                </a:solidFill>
                <a:latin typeface="Work Sans"/>
                <a:ea typeface="Work Sans"/>
                <a:cs typeface="Work Sans"/>
                <a:sym typeface="Work Sans"/>
              </a:defRPr>
            </a:lvl2pPr>
            <a:lvl3pPr marL="1371600" marR="0" lvl="2" indent="-317500" algn="ctr" rtl="0">
              <a:lnSpc>
                <a:spcPct val="100000"/>
              </a:lnSpc>
              <a:spcBef>
                <a:spcPts val="0"/>
              </a:spcBef>
              <a:spcAft>
                <a:spcPts val="0"/>
              </a:spcAft>
              <a:buClr>
                <a:schemeClr val="dk1"/>
              </a:buClr>
              <a:buSzPts val="2100"/>
              <a:buFont typeface="Work Sans"/>
              <a:buNone/>
              <a:defRPr sz="2100" b="0" i="0" u="none" strike="noStrike" cap="none">
                <a:solidFill>
                  <a:schemeClr val="dk1"/>
                </a:solidFill>
                <a:latin typeface="Work Sans"/>
                <a:ea typeface="Work Sans"/>
                <a:cs typeface="Work Sans"/>
                <a:sym typeface="Work Sans"/>
              </a:defRPr>
            </a:lvl3pPr>
            <a:lvl4pPr marL="1828800" marR="0" lvl="3" indent="-317500" algn="ctr" rtl="0">
              <a:lnSpc>
                <a:spcPct val="100000"/>
              </a:lnSpc>
              <a:spcBef>
                <a:spcPts val="0"/>
              </a:spcBef>
              <a:spcAft>
                <a:spcPts val="0"/>
              </a:spcAft>
              <a:buClr>
                <a:schemeClr val="dk1"/>
              </a:buClr>
              <a:buSzPts val="2100"/>
              <a:buFont typeface="Work Sans"/>
              <a:buNone/>
              <a:defRPr sz="2100" b="0" i="0" u="none" strike="noStrike" cap="none">
                <a:solidFill>
                  <a:schemeClr val="dk1"/>
                </a:solidFill>
                <a:latin typeface="Work Sans"/>
                <a:ea typeface="Work Sans"/>
                <a:cs typeface="Work Sans"/>
                <a:sym typeface="Work Sans"/>
              </a:defRPr>
            </a:lvl4pPr>
            <a:lvl5pPr marL="2286000" marR="0" lvl="4" indent="-317500" algn="ctr" rtl="0">
              <a:lnSpc>
                <a:spcPct val="100000"/>
              </a:lnSpc>
              <a:spcBef>
                <a:spcPts val="0"/>
              </a:spcBef>
              <a:spcAft>
                <a:spcPts val="0"/>
              </a:spcAft>
              <a:buClr>
                <a:schemeClr val="dk1"/>
              </a:buClr>
              <a:buSzPts val="2100"/>
              <a:buFont typeface="Work Sans"/>
              <a:buNone/>
              <a:defRPr sz="2100" b="0" i="0" u="none" strike="noStrike" cap="none">
                <a:solidFill>
                  <a:schemeClr val="dk1"/>
                </a:solidFill>
                <a:latin typeface="Work Sans"/>
                <a:ea typeface="Work Sans"/>
                <a:cs typeface="Work Sans"/>
                <a:sym typeface="Work Sans"/>
              </a:defRPr>
            </a:lvl5pPr>
            <a:lvl6pPr marL="2743200" marR="0" lvl="5" indent="-317500" algn="ctr" rtl="0">
              <a:lnSpc>
                <a:spcPct val="100000"/>
              </a:lnSpc>
              <a:spcBef>
                <a:spcPts val="0"/>
              </a:spcBef>
              <a:spcAft>
                <a:spcPts val="0"/>
              </a:spcAft>
              <a:buClr>
                <a:schemeClr val="dk1"/>
              </a:buClr>
              <a:buSzPts val="2100"/>
              <a:buFont typeface="Work Sans"/>
              <a:buNone/>
              <a:defRPr sz="2100" b="0" i="0" u="none" strike="noStrike" cap="none">
                <a:solidFill>
                  <a:schemeClr val="dk1"/>
                </a:solidFill>
                <a:latin typeface="Work Sans"/>
                <a:ea typeface="Work Sans"/>
                <a:cs typeface="Work Sans"/>
                <a:sym typeface="Work Sans"/>
              </a:defRPr>
            </a:lvl6pPr>
            <a:lvl7pPr marL="3200400" marR="0" lvl="6" indent="-317500" algn="ctr" rtl="0">
              <a:lnSpc>
                <a:spcPct val="100000"/>
              </a:lnSpc>
              <a:spcBef>
                <a:spcPts val="0"/>
              </a:spcBef>
              <a:spcAft>
                <a:spcPts val="0"/>
              </a:spcAft>
              <a:buClr>
                <a:schemeClr val="dk1"/>
              </a:buClr>
              <a:buSzPts val="2100"/>
              <a:buFont typeface="Work Sans"/>
              <a:buNone/>
              <a:defRPr sz="2100" b="0" i="0" u="none" strike="noStrike" cap="none">
                <a:solidFill>
                  <a:schemeClr val="dk1"/>
                </a:solidFill>
                <a:latin typeface="Work Sans"/>
                <a:ea typeface="Work Sans"/>
                <a:cs typeface="Work Sans"/>
                <a:sym typeface="Work Sans"/>
              </a:defRPr>
            </a:lvl7pPr>
            <a:lvl8pPr marL="3657600" marR="0" lvl="7" indent="-317500" algn="ctr" rtl="0">
              <a:lnSpc>
                <a:spcPct val="100000"/>
              </a:lnSpc>
              <a:spcBef>
                <a:spcPts val="0"/>
              </a:spcBef>
              <a:spcAft>
                <a:spcPts val="0"/>
              </a:spcAft>
              <a:buClr>
                <a:schemeClr val="dk1"/>
              </a:buClr>
              <a:buSzPts val="2100"/>
              <a:buFont typeface="Work Sans"/>
              <a:buNone/>
              <a:defRPr sz="2100" b="0" i="0" u="none" strike="noStrike" cap="none">
                <a:solidFill>
                  <a:schemeClr val="dk1"/>
                </a:solidFill>
                <a:latin typeface="Work Sans"/>
                <a:ea typeface="Work Sans"/>
                <a:cs typeface="Work Sans"/>
                <a:sym typeface="Work Sans"/>
              </a:defRPr>
            </a:lvl8pPr>
            <a:lvl9pPr marL="4114800" marR="0" lvl="8" indent="-317500" algn="ctr" rtl="0">
              <a:lnSpc>
                <a:spcPct val="100000"/>
              </a:lnSpc>
              <a:spcBef>
                <a:spcPts val="0"/>
              </a:spcBef>
              <a:spcAft>
                <a:spcPts val="0"/>
              </a:spcAft>
              <a:buClr>
                <a:schemeClr val="dk1"/>
              </a:buClr>
              <a:buSzPts val="2100"/>
              <a:buFont typeface="Work Sans"/>
              <a:buNone/>
              <a:defRPr sz="2100" b="0" i="0" u="none" strike="noStrike" cap="none">
                <a:solidFill>
                  <a:schemeClr val="dk1"/>
                </a:solidFill>
                <a:latin typeface="Work Sans"/>
                <a:ea typeface="Work Sans"/>
                <a:cs typeface="Work Sans"/>
                <a:sym typeface="Work Sans"/>
              </a:defRPr>
            </a:lvl9pPr>
          </a:lstStyle>
          <a:p>
            <a:r>
              <a:rPr lang="fr-FR" dirty="0"/>
              <a:t>En mode </a:t>
            </a:r>
            <a:r>
              <a:rPr lang="fr-FR" b="1" dirty="0"/>
              <a:t>Hybride</a:t>
            </a:r>
            <a:r>
              <a:rPr lang="fr-FR" dirty="0"/>
              <a:t>, l'IA devient nettement plus redoutable. Alors que l'IA-ML pur peut parfois faire des erreurs de placement local, le mode Hybride utilise Minimax pour anticiper les coups à court terme (3 coups) et utilise nos modèles ML pour évaluer la qualité des positions futures. Cela permet d'éviter les pièges grossiers en fin de partie.</a:t>
            </a:r>
          </a:p>
          <a:p>
            <a:br>
              <a:rPr lang="fr-FR" dirty="0"/>
            </a:br>
            <a:endParaRPr lang="fr-FR" dirty="0"/>
          </a:p>
        </p:txBody>
      </p:sp>
      <p:sp>
        <p:nvSpPr>
          <p:cNvPr id="5" name="Google Shape;401;p51">
            <a:extLst>
              <a:ext uri="{FF2B5EF4-FFF2-40B4-BE49-F238E27FC236}">
                <a16:creationId xmlns:a16="http://schemas.microsoft.com/office/drawing/2014/main" id="{665F0070-7DA9-3FBA-E6CD-6449835342D2}"/>
              </a:ext>
            </a:extLst>
          </p:cNvPr>
          <p:cNvSpPr txBox="1">
            <a:spLocks/>
          </p:cNvSpPr>
          <p:nvPr/>
        </p:nvSpPr>
        <p:spPr>
          <a:xfrm>
            <a:off x="1245003" y="1770006"/>
            <a:ext cx="6639052" cy="66948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ctr" rtl="0">
              <a:lnSpc>
                <a:spcPct val="100000"/>
              </a:lnSpc>
              <a:spcBef>
                <a:spcPts val="0"/>
              </a:spcBef>
              <a:spcAft>
                <a:spcPts val="0"/>
              </a:spcAft>
              <a:buClr>
                <a:schemeClr val="dk1"/>
              </a:buClr>
              <a:buSzPts val="2400"/>
              <a:buFont typeface="Anton"/>
              <a:buNone/>
              <a:defRPr sz="2400" b="0" i="0" u="none" strike="noStrike" cap="none">
                <a:solidFill>
                  <a:schemeClr val="dk1"/>
                </a:solidFill>
                <a:latin typeface="Staatliches"/>
                <a:ea typeface="Staatliches"/>
                <a:cs typeface="Staatliches"/>
                <a:sym typeface="Staatliches"/>
              </a:defRPr>
            </a:lvl1pPr>
            <a:lvl2pPr marL="914400" marR="0" lvl="1" indent="-317500" algn="l"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2pPr>
            <a:lvl3pPr marL="1371600" marR="0" lvl="2" indent="-317500" algn="l"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3pPr>
            <a:lvl4pPr marL="1828800" marR="0" lvl="3" indent="-317500" algn="l"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4pPr>
            <a:lvl5pPr marL="2286000" marR="0" lvl="4" indent="-317500" algn="l"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5pPr>
            <a:lvl6pPr marL="2743200" marR="0" lvl="5" indent="-317500" algn="l"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6pPr>
            <a:lvl7pPr marL="3200400" marR="0" lvl="6" indent="-317500" algn="l"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7pPr>
            <a:lvl8pPr marL="3657600" marR="0" lvl="7" indent="-317500" algn="l"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8pPr>
            <a:lvl9pPr marL="4114800" marR="0" lvl="8" indent="-317500" algn="l" rtl="0">
              <a:lnSpc>
                <a:spcPct val="100000"/>
              </a:lnSpc>
              <a:spcBef>
                <a:spcPts val="0"/>
              </a:spcBef>
              <a:spcAft>
                <a:spcPts val="0"/>
              </a:spcAft>
              <a:buClr>
                <a:schemeClr val="dk1"/>
              </a:buClr>
              <a:buSzPts val="1400"/>
              <a:buFont typeface="Work Sans"/>
              <a:buNone/>
              <a:defRPr sz="1400" b="0" i="0" u="none" strike="noStrike" cap="none">
                <a:solidFill>
                  <a:schemeClr val="dk1"/>
                </a:solidFill>
                <a:latin typeface="Work Sans"/>
                <a:ea typeface="Work Sans"/>
                <a:cs typeface="Work Sans"/>
                <a:sym typeface="Work Sans"/>
              </a:defRPr>
            </a:lvl9pPr>
          </a:lstStyle>
          <a:p>
            <a:r>
              <a:rPr lang="fr-FR" b="1" dirty="0"/>
              <a:t>Q4 : Mode Hybride</a:t>
            </a:r>
          </a:p>
        </p:txBody>
      </p:sp>
      <p:pic>
        <p:nvPicPr>
          <p:cNvPr id="2" name="Image 3">
            <a:extLst>
              <a:ext uri="{FF2B5EF4-FFF2-40B4-BE49-F238E27FC236}">
                <a16:creationId xmlns:a16="http://schemas.microsoft.com/office/drawing/2014/main" id="{82856765-CBA8-E8AE-6F57-372D4E11AE2A}"/>
              </a:ext>
            </a:extLst>
          </p:cNvPr>
          <p:cNvPicPr>
            <a:picLocks noChangeAspect="1"/>
          </p:cNvPicPr>
          <p:nvPr/>
        </p:nvPicPr>
        <p:blipFill>
          <a:blip r:embed="rId2" cstate="print">
            <a:extLst>
              <a:ext uri="{BEBA8EAE-BF5A-486C-A8C5-ECC9F3942E4B}">
                <a14:imgProps xmlns:a14="http://schemas.microsoft.com/office/drawing/2010/main">
                  <a14:imgLayer r:embed="rId3">
                    <a14:imgEffect>
                      <a14:backgroundRemoval t="5157" b="94619" l="7383" r="93289">
                        <a14:foregroundMark x1="42506" y1="47085" x2="41834" y2="46413"/>
                        <a14:foregroundMark x1="34452" y1="14798" x2="24609" y2="58296"/>
                        <a14:foregroundMark x1="24609" y1="58296" x2="47875" y2="90359"/>
                        <a14:foregroundMark x1="47875" y1="90359" x2="87919" y2="81839"/>
                        <a14:foregroundMark x1="87919" y1="81839" x2="82774" y2="39910"/>
                        <a14:foregroundMark x1="65896" y1="7749" x2="64653" y2="5381"/>
                        <a14:foregroundMark x1="82774" y1="39910" x2="71569" y2="18559"/>
                        <a14:foregroundMark x1="64653" y1="5381" x2="21587" y2="13172"/>
                        <a14:foregroundMark x1="9398" y1="44139" x2="7383" y2="50673"/>
                        <a14:foregroundMark x1="17943" y1="16431" x2="13336" y2="31368"/>
                        <a14:foregroundMark x1="7383" y1="50673" x2="7383" y2="51121"/>
                        <a14:foregroundMark x1="65128" y1="5192" x2="67338" y2="5157"/>
                        <a14:foregroundMark x1="38702" y1="5605" x2="64873" y2="5196"/>
                        <a14:foregroundMark x1="58166" y1="14798" x2="51902" y2="43274"/>
                        <a14:foregroundMark x1="55034" y1="19731" x2="49217" y2="41704"/>
                        <a14:foregroundMark x1="53691" y1="16143" x2="38479" y2="52691"/>
                        <a14:foregroundMark x1="38479" y1="52691" x2="47651" y2="53812"/>
                        <a14:foregroundMark x1="60403" y1="54484" x2="52573" y2="52242"/>
                        <a14:foregroundMark x1="48098" y1="51121" x2="38926" y2="61435"/>
                        <a14:foregroundMark x1="42729" y1="53587" x2="31767" y2="55381"/>
                        <a14:foregroundMark x1="46980" y1="64350" x2="49441" y2="65022"/>
                        <a14:foregroundMark x1="38926" y1="65471" x2="47651" y2="67713"/>
                        <a14:foregroundMark x1="47651" y1="67713" x2="47651" y2="67713"/>
                        <a14:foregroundMark x1="41387" y1="66592" x2="59508" y2="62108"/>
                        <a14:foregroundMark x1="67338" y1="55830" x2="55928" y2="67937"/>
                        <a14:foregroundMark x1="65996" y1="52466" x2="59060" y2="59641"/>
                        <a14:foregroundMark x1="62640" y1="41256" x2="68009" y2="60762"/>
                        <a14:foregroundMark x1="70022" y1="51794" x2="69575" y2="60314"/>
                        <a14:foregroundMark x1="66890" y1="32511" x2="60626" y2="43498"/>
                        <a14:foregroundMark x1="52796" y1="29596" x2="61074" y2="43274"/>
                        <a14:foregroundMark x1="27293" y1="37444" x2="24832" y2="47982"/>
                        <a14:foregroundMark x1="21477" y1="34753" x2="25503" y2="51570"/>
                        <a14:foregroundMark x1="20805" y1="47982" x2="23490" y2="51570"/>
                        <a14:foregroundMark x1="30872" y1="34305" x2="29978" y2="54933"/>
                        <a14:foregroundMark x1="39374" y1="33184" x2="37136" y2="47982"/>
                        <a14:foregroundMark x1="39597" y1="25785" x2="39597" y2="25785"/>
                        <a14:foregroundMark x1="43848" y1="25785" x2="46756" y2="25785"/>
                        <a14:foregroundMark x1="67785" y1="22646" x2="67785" y2="22646"/>
                        <a14:foregroundMark x1="65996" y1="22197" x2="65996" y2="22197"/>
                        <a14:foregroundMark x1="65548" y1="20179" x2="65548" y2="20179"/>
                        <a14:foregroundMark x1="65324" y1="19283" x2="65324" y2="19283"/>
                        <a14:foregroundMark x1="77405" y1="27354" x2="77405" y2="27354"/>
                        <a14:foregroundMark x1="79195" y1="28475" x2="79195" y2="28475"/>
                        <a14:foregroundMark x1="72707" y1="34753" x2="74273" y2="38117"/>
                        <a14:foregroundMark x1="76286" y1="38565" x2="76957" y2="39013"/>
                        <a14:foregroundMark x1="72036" y1="45964" x2="72036" y2="45964"/>
                        <a14:foregroundMark x1="71588" y1="47309" x2="71588" y2="47309"/>
                        <a14:foregroundMark x1="76957" y1="47085" x2="76957" y2="47085"/>
                        <a14:foregroundMark x1="66219" y1="46188" x2="66219" y2="46188"/>
                        <a14:foregroundMark x1="71365" y1="40807" x2="75839" y2="45516"/>
                        <a14:foregroundMark x1="30201" y1="92377" x2="37136" y2="94619"/>
                        <a14:foregroundMark x1="60850" y1="27578" x2="62640" y2="30269"/>
                        <a14:foregroundMark x1="67114" y1="39686" x2="68680" y2="42825"/>
                        <a14:foregroundMark x1="87919" y1="55605" x2="90157" y2="54709"/>
                        <a14:foregroundMark x1="90604" y1="60090" x2="93289" y2="78027"/>
                        <a14:backgroundMark x1="9843" y1="34753" x2="9843" y2="34753"/>
                        <a14:backgroundMark x1="9172" y1="30045" x2="11186" y2="39686"/>
                        <a14:backgroundMark x1="9620" y1="39910" x2="12528" y2="41704"/>
                        <a14:backgroundMark x1="2685" y1="43946" x2="3132" y2="48879"/>
                        <a14:backgroundMark x1="4027" y1="43946" x2="2685" y2="49103"/>
                        <a14:backgroundMark x1="20134" y1="13229" x2="20134" y2="13229"/>
                        <a14:backgroundMark x1="17450" y1="12556" x2="20358" y2="13453"/>
                        <a14:backgroundMark x1="14989" y1="12332" x2="21700" y2="13004"/>
                        <a14:backgroundMark x1="64877" y1="11883" x2="68680" y2="13229"/>
                        <a14:backgroundMark x1="68456" y1="13677" x2="72707" y2="16592"/>
                        <a14:backgroundMark x1="69351" y1="15022" x2="72707" y2="17489"/>
                        <a14:backgroundMark x1="68009" y1="14350" x2="72483" y2="15247"/>
                        <a14:backgroundMark x1="66443" y1="10090" x2="67785" y2="8744"/>
                        <a14:backgroundMark x1="66219" y1="8520" x2="66219" y2="8520"/>
                        <a14:backgroundMark x1="66219" y1="8520" x2="66890" y2="8969"/>
                        <a14:backgroundMark x1="65548" y1="9417" x2="68233" y2="8744"/>
                        <a14:backgroundMark x1="65548" y1="8296" x2="67114" y2="8296"/>
                        <a14:backgroundMark x1="66443" y1="8296" x2="65996" y2="7848"/>
                        <a14:backgroundMark x1="97315" y1="70179" x2="97092" y2="75336"/>
                        <a14:backgroundMark x1="95749" y1="73991" x2="96868" y2="76457"/>
                        <a14:backgroundMark x1="50783" y1="98655" x2="54139" y2="98655"/>
                        <a14:backgroundMark x1="59060" y1="99103" x2="52349" y2="96861"/>
                        <a14:backgroundMark x1="57718" y1="98206" x2="59955" y2="99327"/>
                        <a14:backgroundMark x1="55481" y1="98430" x2="58837" y2="98206"/>
                        <a14:backgroundMark x1="55257" y1="97758" x2="57718" y2="97758"/>
                        <a14:backgroundMark x1="95078" y1="58520" x2="95302" y2="60090"/>
                      </a14:backgroundRemoval>
                    </a14:imgEffect>
                  </a14:imgLayer>
                </a14:imgProps>
              </a:ext>
              <a:ext uri="{28A0092B-C50C-407E-A947-70E740481C1C}">
                <a14:useLocalDpi xmlns:a14="http://schemas.microsoft.com/office/drawing/2010/main" val="0"/>
              </a:ext>
            </a:extLst>
          </a:blip>
          <a:stretch>
            <a:fillRect/>
          </a:stretch>
        </p:blipFill>
        <p:spPr>
          <a:xfrm>
            <a:off x="7916413" y="-9172"/>
            <a:ext cx="1029074" cy="1026772"/>
          </a:xfrm>
          <a:prstGeom prst="rect">
            <a:avLst/>
          </a:prstGeom>
        </p:spPr>
      </p:pic>
    </p:spTree>
    <p:extLst>
      <p:ext uri="{BB962C8B-B14F-4D97-AF65-F5344CB8AC3E}">
        <p14:creationId xmlns:p14="http://schemas.microsoft.com/office/powerpoint/2010/main" val="294159142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99"/>
        <p:cNvGrpSpPr/>
        <p:nvPr/>
      </p:nvGrpSpPr>
      <p:grpSpPr>
        <a:xfrm>
          <a:off x="0" y="0"/>
          <a:ext cx="0" cy="0"/>
          <a:chOff x="0" y="0"/>
          <a:chExt cx="0" cy="0"/>
        </a:xfrm>
      </p:grpSpPr>
      <p:sp>
        <p:nvSpPr>
          <p:cNvPr id="300" name="Google Shape;300;p42"/>
          <p:cNvSpPr txBox="1">
            <a:spLocks noGrp="1"/>
          </p:cNvSpPr>
          <p:nvPr>
            <p:ph type="title"/>
          </p:nvPr>
        </p:nvSpPr>
        <p:spPr>
          <a:xfrm>
            <a:off x="2195624" y="1734150"/>
            <a:ext cx="4752900" cy="5514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VOLAMAMY Brainda </a:t>
            </a:r>
            <a:r>
              <a:rPr lang="en">
                <a:solidFill>
                  <a:schemeClr val="lt1"/>
                </a:solidFill>
              </a:rPr>
              <a:t>— N°11</a:t>
            </a:r>
            <a:endParaRPr>
              <a:solidFill>
                <a:schemeClr val="lt1"/>
              </a:solidFill>
            </a:endParaRPr>
          </a:p>
        </p:txBody>
      </p:sp>
      <p:sp>
        <p:nvSpPr>
          <p:cNvPr id="301" name="Google Shape;301;p42"/>
          <p:cNvSpPr txBox="1">
            <a:spLocks noGrp="1"/>
          </p:cNvSpPr>
          <p:nvPr>
            <p:ph type="subTitle" idx="1"/>
          </p:nvPr>
        </p:nvSpPr>
        <p:spPr>
          <a:xfrm>
            <a:off x="1842394" y="2465873"/>
            <a:ext cx="5459211" cy="1203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 Tech Lead | Étape : Coordination générale du projet | Responsable de la structure du repository GitHub, rédaction du README complet, production de la vidéo de présentation (3–5 min), coordination entre les équipes et intégration finale de tous les livrables avant 16h30.</a:t>
            </a:r>
            <a:endParaRPr dirty="0"/>
          </a:p>
        </p:txBody>
      </p:sp>
      <p:grpSp>
        <p:nvGrpSpPr>
          <p:cNvPr id="302" name="Google Shape;302;p42"/>
          <p:cNvGrpSpPr/>
          <p:nvPr/>
        </p:nvGrpSpPr>
        <p:grpSpPr>
          <a:xfrm>
            <a:off x="3256200" y="2278725"/>
            <a:ext cx="2645325" cy="114325"/>
            <a:chOff x="5280500" y="3106700"/>
            <a:chExt cx="2645325" cy="114325"/>
          </a:xfrm>
        </p:grpSpPr>
        <p:sp>
          <p:nvSpPr>
            <p:cNvPr id="303" name="Google Shape;303;p42"/>
            <p:cNvSpPr/>
            <p:nvPr/>
          </p:nvSpPr>
          <p:spPr>
            <a:xfrm>
              <a:off x="5280500" y="3106725"/>
              <a:ext cx="24711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 name="Google Shape;304;p42"/>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2" name="Image 3">
            <a:extLst>
              <a:ext uri="{FF2B5EF4-FFF2-40B4-BE49-F238E27FC236}">
                <a16:creationId xmlns:a16="http://schemas.microsoft.com/office/drawing/2014/main" id="{3E02A792-0303-5D60-2477-6D5964518EEB}"/>
              </a:ext>
            </a:extLst>
          </p:cNvPr>
          <p:cNvPicPr>
            <a:picLocks noChangeAspect="1"/>
          </p:cNvPicPr>
          <p:nvPr/>
        </p:nvPicPr>
        <p:blipFill>
          <a:blip r:embed="rId2" cstate="print">
            <a:extLst>
              <a:ext uri="{BEBA8EAE-BF5A-486C-A8C5-ECC9F3942E4B}">
                <a14:imgProps xmlns:a14="http://schemas.microsoft.com/office/drawing/2010/main">
                  <a14:imgLayer r:embed="rId3">
                    <a14:imgEffect>
                      <a14:backgroundRemoval t="5157" b="94619" l="7383" r="93289">
                        <a14:foregroundMark x1="42506" y1="47085" x2="41834" y2="46413"/>
                        <a14:foregroundMark x1="34452" y1="14798" x2="24609" y2="58296"/>
                        <a14:foregroundMark x1="24609" y1="58296" x2="47875" y2="90359"/>
                        <a14:foregroundMark x1="47875" y1="90359" x2="87919" y2="81839"/>
                        <a14:foregroundMark x1="87919" y1="81839" x2="82774" y2="39910"/>
                        <a14:foregroundMark x1="65896" y1="7749" x2="64653" y2="5381"/>
                        <a14:foregroundMark x1="82774" y1="39910" x2="71569" y2="18559"/>
                        <a14:foregroundMark x1="64653" y1="5381" x2="21587" y2="13172"/>
                        <a14:foregroundMark x1="9398" y1="44139" x2="7383" y2="50673"/>
                        <a14:foregroundMark x1="17943" y1="16431" x2="13336" y2="31368"/>
                        <a14:foregroundMark x1="7383" y1="50673" x2="7383" y2="51121"/>
                        <a14:foregroundMark x1="65128" y1="5192" x2="67338" y2="5157"/>
                        <a14:foregroundMark x1="38702" y1="5605" x2="64873" y2="5196"/>
                        <a14:foregroundMark x1="58166" y1="14798" x2="51902" y2="43274"/>
                        <a14:foregroundMark x1="55034" y1="19731" x2="49217" y2="41704"/>
                        <a14:foregroundMark x1="53691" y1="16143" x2="38479" y2="52691"/>
                        <a14:foregroundMark x1="38479" y1="52691" x2="47651" y2="53812"/>
                        <a14:foregroundMark x1="60403" y1="54484" x2="52573" y2="52242"/>
                        <a14:foregroundMark x1="48098" y1="51121" x2="38926" y2="61435"/>
                        <a14:foregroundMark x1="42729" y1="53587" x2="31767" y2="55381"/>
                        <a14:foregroundMark x1="46980" y1="64350" x2="49441" y2="65022"/>
                        <a14:foregroundMark x1="38926" y1="65471" x2="47651" y2="67713"/>
                        <a14:foregroundMark x1="47651" y1="67713" x2="47651" y2="67713"/>
                        <a14:foregroundMark x1="41387" y1="66592" x2="59508" y2="62108"/>
                        <a14:foregroundMark x1="67338" y1="55830" x2="55928" y2="67937"/>
                        <a14:foregroundMark x1="65996" y1="52466" x2="59060" y2="59641"/>
                        <a14:foregroundMark x1="62640" y1="41256" x2="68009" y2="60762"/>
                        <a14:foregroundMark x1="70022" y1="51794" x2="69575" y2="60314"/>
                        <a14:foregroundMark x1="66890" y1="32511" x2="60626" y2="43498"/>
                        <a14:foregroundMark x1="52796" y1="29596" x2="61074" y2="43274"/>
                        <a14:foregroundMark x1="27293" y1="37444" x2="24832" y2="47982"/>
                        <a14:foregroundMark x1="21477" y1="34753" x2="25503" y2="51570"/>
                        <a14:foregroundMark x1="20805" y1="47982" x2="23490" y2="51570"/>
                        <a14:foregroundMark x1="30872" y1="34305" x2="29978" y2="54933"/>
                        <a14:foregroundMark x1="39374" y1="33184" x2="37136" y2="47982"/>
                        <a14:foregroundMark x1="39597" y1="25785" x2="39597" y2="25785"/>
                        <a14:foregroundMark x1="43848" y1="25785" x2="46756" y2="25785"/>
                        <a14:foregroundMark x1="67785" y1="22646" x2="67785" y2="22646"/>
                        <a14:foregroundMark x1="65996" y1="22197" x2="65996" y2="22197"/>
                        <a14:foregroundMark x1="65548" y1="20179" x2="65548" y2="20179"/>
                        <a14:foregroundMark x1="65324" y1="19283" x2="65324" y2="19283"/>
                        <a14:foregroundMark x1="77405" y1="27354" x2="77405" y2="27354"/>
                        <a14:foregroundMark x1="79195" y1="28475" x2="79195" y2="28475"/>
                        <a14:foregroundMark x1="72707" y1="34753" x2="74273" y2="38117"/>
                        <a14:foregroundMark x1="76286" y1="38565" x2="76957" y2="39013"/>
                        <a14:foregroundMark x1="72036" y1="45964" x2="72036" y2="45964"/>
                        <a14:foregroundMark x1="71588" y1="47309" x2="71588" y2="47309"/>
                        <a14:foregroundMark x1="76957" y1="47085" x2="76957" y2="47085"/>
                        <a14:foregroundMark x1="66219" y1="46188" x2="66219" y2="46188"/>
                        <a14:foregroundMark x1="71365" y1="40807" x2="75839" y2="45516"/>
                        <a14:foregroundMark x1="30201" y1="92377" x2="37136" y2="94619"/>
                        <a14:foregroundMark x1="60850" y1="27578" x2="62640" y2="30269"/>
                        <a14:foregroundMark x1="67114" y1="39686" x2="68680" y2="42825"/>
                        <a14:foregroundMark x1="87919" y1="55605" x2="90157" y2="54709"/>
                        <a14:foregroundMark x1="90604" y1="60090" x2="93289" y2="78027"/>
                        <a14:backgroundMark x1="9843" y1="34753" x2="9843" y2="34753"/>
                        <a14:backgroundMark x1="9172" y1="30045" x2="11186" y2="39686"/>
                        <a14:backgroundMark x1="9620" y1="39910" x2="12528" y2="41704"/>
                        <a14:backgroundMark x1="2685" y1="43946" x2="3132" y2="48879"/>
                        <a14:backgroundMark x1="4027" y1="43946" x2="2685" y2="49103"/>
                        <a14:backgroundMark x1="20134" y1="13229" x2="20134" y2="13229"/>
                        <a14:backgroundMark x1="17450" y1="12556" x2="20358" y2="13453"/>
                        <a14:backgroundMark x1="14989" y1="12332" x2="21700" y2="13004"/>
                        <a14:backgroundMark x1="64877" y1="11883" x2="68680" y2="13229"/>
                        <a14:backgroundMark x1="68456" y1="13677" x2="72707" y2="16592"/>
                        <a14:backgroundMark x1="69351" y1="15022" x2="72707" y2="17489"/>
                        <a14:backgroundMark x1="68009" y1="14350" x2="72483" y2="15247"/>
                        <a14:backgroundMark x1="66443" y1="10090" x2="67785" y2="8744"/>
                        <a14:backgroundMark x1="66219" y1="8520" x2="66219" y2="8520"/>
                        <a14:backgroundMark x1="66219" y1="8520" x2="66890" y2="8969"/>
                        <a14:backgroundMark x1="65548" y1="9417" x2="68233" y2="8744"/>
                        <a14:backgroundMark x1="65548" y1="8296" x2="67114" y2="8296"/>
                        <a14:backgroundMark x1="66443" y1="8296" x2="65996" y2="7848"/>
                        <a14:backgroundMark x1="97315" y1="70179" x2="97092" y2="75336"/>
                        <a14:backgroundMark x1="95749" y1="73991" x2="96868" y2="76457"/>
                        <a14:backgroundMark x1="50783" y1="98655" x2="54139" y2="98655"/>
                        <a14:backgroundMark x1="59060" y1="99103" x2="52349" y2="96861"/>
                        <a14:backgroundMark x1="57718" y1="98206" x2="59955" y2="99327"/>
                        <a14:backgroundMark x1="55481" y1="98430" x2="58837" y2="98206"/>
                        <a14:backgroundMark x1="55257" y1="97758" x2="57718" y2="97758"/>
                        <a14:backgroundMark x1="95078" y1="58520" x2="95302" y2="60090"/>
                      </a14:backgroundRemoval>
                    </a14:imgEffect>
                  </a14:imgLayer>
                </a14:imgProps>
              </a:ext>
              <a:ext uri="{28A0092B-C50C-407E-A947-70E740481C1C}">
                <a14:useLocalDpi xmlns:a14="http://schemas.microsoft.com/office/drawing/2010/main" val="0"/>
              </a:ext>
            </a:extLst>
          </a:blip>
          <a:stretch>
            <a:fillRect/>
          </a:stretch>
        </p:blipFill>
        <p:spPr>
          <a:xfrm>
            <a:off x="120854" y="0"/>
            <a:ext cx="1029074" cy="1026772"/>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99"/>
        <p:cNvGrpSpPr/>
        <p:nvPr/>
      </p:nvGrpSpPr>
      <p:grpSpPr>
        <a:xfrm>
          <a:off x="0" y="0"/>
          <a:ext cx="0" cy="0"/>
          <a:chOff x="0" y="0"/>
          <a:chExt cx="0" cy="0"/>
        </a:xfrm>
      </p:grpSpPr>
      <p:sp>
        <p:nvSpPr>
          <p:cNvPr id="300" name="Google Shape;300;p42"/>
          <p:cNvSpPr txBox="1">
            <a:spLocks noGrp="1"/>
          </p:cNvSpPr>
          <p:nvPr>
            <p:ph type="title"/>
          </p:nvPr>
        </p:nvSpPr>
        <p:spPr>
          <a:xfrm>
            <a:off x="2195624" y="1734150"/>
            <a:ext cx="4752900" cy="5514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ELIAZAFY Jean Elido Clever </a:t>
            </a:r>
            <a:r>
              <a:rPr lang="en">
                <a:solidFill>
                  <a:schemeClr val="lt1"/>
                </a:solidFill>
              </a:rPr>
              <a:t>— N°19</a:t>
            </a:r>
            <a:endParaRPr>
              <a:solidFill>
                <a:schemeClr val="lt1"/>
              </a:solidFill>
            </a:endParaRPr>
          </a:p>
        </p:txBody>
      </p:sp>
      <p:sp>
        <p:nvSpPr>
          <p:cNvPr id="301" name="Google Shape;301;p42"/>
          <p:cNvSpPr txBox="1">
            <a:spLocks noGrp="1"/>
          </p:cNvSpPr>
          <p:nvPr>
            <p:ph type="subTitle" idx="1"/>
          </p:nvPr>
        </p:nvSpPr>
        <p:spPr>
          <a:xfrm>
            <a:off x="1429635" y="2493582"/>
            <a:ext cx="6124230" cy="1203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 Data Engineer — Algo Specialist | Étape 0 : Génération du Dataset | Implémentation de l’algorithme Minimax avec élagage Alpha-Bêta en Python. Parcours de tous les états valides du plateau 3×3 où c’est au tour de X. Encodage en 18 features binaires (ci_x, ci_o) et export vers ressources/dataset.csv via pandas.</a:t>
            </a:r>
            <a:endParaRPr dirty="0"/>
          </a:p>
        </p:txBody>
      </p:sp>
      <p:grpSp>
        <p:nvGrpSpPr>
          <p:cNvPr id="302" name="Google Shape;302;p42"/>
          <p:cNvGrpSpPr/>
          <p:nvPr/>
        </p:nvGrpSpPr>
        <p:grpSpPr>
          <a:xfrm>
            <a:off x="3256200" y="2278725"/>
            <a:ext cx="2645325" cy="114325"/>
            <a:chOff x="5280500" y="3106700"/>
            <a:chExt cx="2645325" cy="114325"/>
          </a:xfrm>
        </p:grpSpPr>
        <p:sp>
          <p:nvSpPr>
            <p:cNvPr id="303" name="Google Shape;303;p42"/>
            <p:cNvSpPr/>
            <p:nvPr/>
          </p:nvSpPr>
          <p:spPr>
            <a:xfrm>
              <a:off x="5280500" y="3106725"/>
              <a:ext cx="24711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 name="Google Shape;304;p42"/>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2" name="Image 3">
            <a:extLst>
              <a:ext uri="{FF2B5EF4-FFF2-40B4-BE49-F238E27FC236}">
                <a16:creationId xmlns:a16="http://schemas.microsoft.com/office/drawing/2014/main" id="{F35779ED-BD9E-EB67-8F5D-03C76DFD2802}"/>
              </a:ext>
            </a:extLst>
          </p:cNvPr>
          <p:cNvPicPr>
            <a:picLocks noChangeAspect="1"/>
          </p:cNvPicPr>
          <p:nvPr/>
        </p:nvPicPr>
        <p:blipFill>
          <a:blip r:embed="rId2" cstate="print">
            <a:extLst>
              <a:ext uri="{BEBA8EAE-BF5A-486C-A8C5-ECC9F3942E4B}">
                <a14:imgProps xmlns:a14="http://schemas.microsoft.com/office/drawing/2010/main">
                  <a14:imgLayer r:embed="rId3">
                    <a14:imgEffect>
                      <a14:backgroundRemoval t="5157" b="94619" l="7383" r="93289">
                        <a14:foregroundMark x1="42506" y1="47085" x2="41834" y2="46413"/>
                        <a14:foregroundMark x1="34452" y1="14798" x2="24609" y2="58296"/>
                        <a14:foregroundMark x1="24609" y1="58296" x2="47875" y2="90359"/>
                        <a14:foregroundMark x1="47875" y1="90359" x2="87919" y2="81839"/>
                        <a14:foregroundMark x1="87919" y1="81839" x2="82774" y2="39910"/>
                        <a14:foregroundMark x1="65896" y1="7749" x2="64653" y2="5381"/>
                        <a14:foregroundMark x1="82774" y1="39910" x2="71569" y2="18559"/>
                        <a14:foregroundMark x1="64653" y1="5381" x2="21587" y2="13172"/>
                        <a14:foregroundMark x1="9398" y1="44139" x2="7383" y2="50673"/>
                        <a14:foregroundMark x1="17943" y1="16431" x2="13336" y2="31368"/>
                        <a14:foregroundMark x1="7383" y1="50673" x2="7383" y2="51121"/>
                        <a14:foregroundMark x1="65128" y1="5192" x2="67338" y2="5157"/>
                        <a14:foregroundMark x1="38702" y1="5605" x2="64873" y2="5196"/>
                        <a14:foregroundMark x1="58166" y1="14798" x2="51902" y2="43274"/>
                        <a14:foregroundMark x1="55034" y1="19731" x2="49217" y2="41704"/>
                        <a14:foregroundMark x1="53691" y1="16143" x2="38479" y2="52691"/>
                        <a14:foregroundMark x1="38479" y1="52691" x2="47651" y2="53812"/>
                        <a14:foregroundMark x1="60403" y1="54484" x2="52573" y2="52242"/>
                        <a14:foregroundMark x1="48098" y1="51121" x2="38926" y2="61435"/>
                        <a14:foregroundMark x1="42729" y1="53587" x2="31767" y2="55381"/>
                        <a14:foregroundMark x1="46980" y1="64350" x2="49441" y2="65022"/>
                        <a14:foregroundMark x1="38926" y1="65471" x2="47651" y2="67713"/>
                        <a14:foregroundMark x1="47651" y1="67713" x2="47651" y2="67713"/>
                        <a14:foregroundMark x1="41387" y1="66592" x2="59508" y2="62108"/>
                        <a14:foregroundMark x1="67338" y1="55830" x2="55928" y2="67937"/>
                        <a14:foregroundMark x1="65996" y1="52466" x2="59060" y2="59641"/>
                        <a14:foregroundMark x1="62640" y1="41256" x2="68009" y2="60762"/>
                        <a14:foregroundMark x1="70022" y1="51794" x2="69575" y2="60314"/>
                        <a14:foregroundMark x1="66890" y1="32511" x2="60626" y2="43498"/>
                        <a14:foregroundMark x1="52796" y1="29596" x2="61074" y2="43274"/>
                        <a14:foregroundMark x1="27293" y1="37444" x2="24832" y2="47982"/>
                        <a14:foregroundMark x1="21477" y1="34753" x2="25503" y2="51570"/>
                        <a14:foregroundMark x1="20805" y1="47982" x2="23490" y2="51570"/>
                        <a14:foregroundMark x1="30872" y1="34305" x2="29978" y2="54933"/>
                        <a14:foregroundMark x1="39374" y1="33184" x2="37136" y2="47982"/>
                        <a14:foregroundMark x1="39597" y1="25785" x2="39597" y2="25785"/>
                        <a14:foregroundMark x1="43848" y1="25785" x2="46756" y2="25785"/>
                        <a14:foregroundMark x1="67785" y1="22646" x2="67785" y2="22646"/>
                        <a14:foregroundMark x1="65996" y1="22197" x2="65996" y2="22197"/>
                        <a14:foregroundMark x1="65548" y1="20179" x2="65548" y2="20179"/>
                        <a14:foregroundMark x1="65324" y1="19283" x2="65324" y2="19283"/>
                        <a14:foregroundMark x1="77405" y1="27354" x2="77405" y2="27354"/>
                        <a14:foregroundMark x1="79195" y1="28475" x2="79195" y2="28475"/>
                        <a14:foregroundMark x1="72707" y1="34753" x2="74273" y2="38117"/>
                        <a14:foregroundMark x1="76286" y1="38565" x2="76957" y2="39013"/>
                        <a14:foregroundMark x1="72036" y1="45964" x2="72036" y2="45964"/>
                        <a14:foregroundMark x1="71588" y1="47309" x2="71588" y2="47309"/>
                        <a14:foregroundMark x1="76957" y1="47085" x2="76957" y2="47085"/>
                        <a14:foregroundMark x1="66219" y1="46188" x2="66219" y2="46188"/>
                        <a14:foregroundMark x1="71365" y1="40807" x2="75839" y2="45516"/>
                        <a14:foregroundMark x1="30201" y1="92377" x2="37136" y2="94619"/>
                        <a14:foregroundMark x1="60850" y1="27578" x2="62640" y2="30269"/>
                        <a14:foregroundMark x1="67114" y1="39686" x2="68680" y2="42825"/>
                        <a14:foregroundMark x1="87919" y1="55605" x2="90157" y2="54709"/>
                        <a14:foregroundMark x1="90604" y1="60090" x2="93289" y2="78027"/>
                        <a14:backgroundMark x1="9843" y1="34753" x2="9843" y2="34753"/>
                        <a14:backgroundMark x1="9172" y1="30045" x2="11186" y2="39686"/>
                        <a14:backgroundMark x1="9620" y1="39910" x2="12528" y2="41704"/>
                        <a14:backgroundMark x1="2685" y1="43946" x2="3132" y2="48879"/>
                        <a14:backgroundMark x1="4027" y1="43946" x2="2685" y2="49103"/>
                        <a14:backgroundMark x1="20134" y1="13229" x2="20134" y2="13229"/>
                        <a14:backgroundMark x1="17450" y1="12556" x2="20358" y2="13453"/>
                        <a14:backgroundMark x1="14989" y1="12332" x2="21700" y2="13004"/>
                        <a14:backgroundMark x1="64877" y1="11883" x2="68680" y2="13229"/>
                        <a14:backgroundMark x1="68456" y1="13677" x2="72707" y2="16592"/>
                        <a14:backgroundMark x1="69351" y1="15022" x2="72707" y2="17489"/>
                        <a14:backgroundMark x1="68009" y1="14350" x2="72483" y2="15247"/>
                        <a14:backgroundMark x1="66443" y1="10090" x2="67785" y2="8744"/>
                        <a14:backgroundMark x1="66219" y1="8520" x2="66219" y2="8520"/>
                        <a14:backgroundMark x1="66219" y1="8520" x2="66890" y2="8969"/>
                        <a14:backgroundMark x1="65548" y1="9417" x2="68233" y2="8744"/>
                        <a14:backgroundMark x1="65548" y1="8296" x2="67114" y2="8296"/>
                        <a14:backgroundMark x1="66443" y1="8296" x2="65996" y2="7848"/>
                        <a14:backgroundMark x1="97315" y1="70179" x2="97092" y2="75336"/>
                        <a14:backgroundMark x1="95749" y1="73991" x2="96868" y2="76457"/>
                        <a14:backgroundMark x1="50783" y1="98655" x2="54139" y2="98655"/>
                        <a14:backgroundMark x1="59060" y1="99103" x2="52349" y2="96861"/>
                        <a14:backgroundMark x1="57718" y1="98206" x2="59955" y2="99327"/>
                        <a14:backgroundMark x1="55481" y1="98430" x2="58837" y2="98206"/>
                        <a14:backgroundMark x1="55257" y1="97758" x2="57718" y2="97758"/>
                        <a14:backgroundMark x1="95078" y1="58520" x2="95302" y2="60090"/>
                      </a14:backgroundRemoval>
                    </a14:imgEffect>
                  </a14:imgLayer>
                </a14:imgProps>
              </a:ext>
              <a:ext uri="{28A0092B-C50C-407E-A947-70E740481C1C}">
                <a14:useLocalDpi xmlns:a14="http://schemas.microsoft.com/office/drawing/2010/main" val="0"/>
              </a:ext>
            </a:extLst>
          </a:blip>
          <a:stretch>
            <a:fillRect/>
          </a:stretch>
        </p:blipFill>
        <p:spPr>
          <a:xfrm>
            <a:off x="120854" y="0"/>
            <a:ext cx="1029074" cy="1026772"/>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99"/>
        <p:cNvGrpSpPr/>
        <p:nvPr/>
      </p:nvGrpSpPr>
      <p:grpSpPr>
        <a:xfrm>
          <a:off x="0" y="0"/>
          <a:ext cx="0" cy="0"/>
          <a:chOff x="0" y="0"/>
          <a:chExt cx="0" cy="0"/>
        </a:xfrm>
      </p:grpSpPr>
      <p:sp>
        <p:nvSpPr>
          <p:cNvPr id="300" name="Google Shape;300;p42"/>
          <p:cNvSpPr txBox="1">
            <a:spLocks noGrp="1"/>
          </p:cNvSpPr>
          <p:nvPr>
            <p:ph type="title"/>
          </p:nvPr>
        </p:nvSpPr>
        <p:spPr>
          <a:xfrm>
            <a:off x="2195624" y="1734150"/>
            <a:ext cx="4752900" cy="5514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BEDAITTE Arimine </a:t>
            </a:r>
            <a:r>
              <a:rPr lang="en">
                <a:solidFill>
                  <a:schemeClr val="lt1"/>
                </a:solidFill>
              </a:rPr>
              <a:t>— N°45</a:t>
            </a:r>
            <a:endParaRPr>
              <a:solidFill>
                <a:schemeClr val="lt1"/>
              </a:solidFill>
            </a:endParaRPr>
          </a:p>
        </p:txBody>
      </p:sp>
      <p:sp>
        <p:nvSpPr>
          <p:cNvPr id="301" name="Google Shape;301;p42"/>
          <p:cNvSpPr txBox="1">
            <a:spLocks noGrp="1"/>
          </p:cNvSpPr>
          <p:nvPr>
            <p:ph type="subTitle" idx="1"/>
          </p:nvPr>
        </p:nvSpPr>
        <p:spPr>
          <a:xfrm>
            <a:off x="1883371" y="2479727"/>
            <a:ext cx="5216757" cy="1203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 Data Analyst | Étape 1 : Analyse Exploratoire (EDA) | Analyse de la distribution des cibles x_wins et is_draw, détection du déséquilibre de classes, identification des cases les plus influentes (heatmap de corrélation), visualisations complètes intégrées dans le notebook.</a:t>
            </a:r>
            <a:endParaRPr dirty="0"/>
          </a:p>
        </p:txBody>
      </p:sp>
      <p:grpSp>
        <p:nvGrpSpPr>
          <p:cNvPr id="302" name="Google Shape;302;p42"/>
          <p:cNvGrpSpPr/>
          <p:nvPr/>
        </p:nvGrpSpPr>
        <p:grpSpPr>
          <a:xfrm>
            <a:off x="3256200" y="2278725"/>
            <a:ext cx="2645325" cy="114325"/>
            <a:chOff x="5280500" y="3106700"/>
            <a:chExt cx="2645325" cy="114325"/>
          </a:xfrm>
        </p:grpSpPr>
        <p:sp>
          <p:nvSpPr>
            <p:cNvPr id="303" name="Google Shape;303;p42"/>
            <p:cNvSpPr/>
            <p:nvPr/>
          </p:nvSpPr>
          <p:spPr>
            <a:xfrm>
              <a:off x="5280500" y="3106725"/>
              <a:ext cx="24711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 name="Google Shape;304;p42"/>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2" name="Image 3">
            <a:extLst>
              <a:ext uri="{FF2B5EF4-FFF2-40B4-BE49-F238E27FC236}">
                <a16:creationId xmlns:a16="http://schemas.microsoft.com/office/drawing/2014/main" id="{404112C2-ACF1-E1FF-281B-947D7745A8D3}"/>
              </a:ext>
            </a:extLst>
          </p:cNvPr>
          <p:cNvPicPr>
            <a:picLocks noChangeAspect="1"/>
          </p:cNvPicPr>
          <p:nvPr/>
        </p:nvPicPr>
        <p:blipFill>
          <a:blip r:embed="rId2" cstate="print">
            <a:extLst>
              <a:ext uri="{BEBA8EAE-BF5A-486C-A8C5-ECC9F3942E4B}">
                <a14:imgProps xmlns:a14="http://schemas.microsoft.com/office/drawing/2010/main">
                  <a14:imgLayer r:embed="rId3">
                    <a14:imgEffect>
                      <a14:backgroundRemoval t="5157" b="94619" l="7383" r="93289">
                        <a14:foregroundMark x1="42506" y1="47085" x2="41834" y2="46413"/>
                        <a14:foregroundMark x1="34452" y1="14798" x2="24609" y2="58296"/>
                        <a14:foregroundMark x1="24609" y1="58296" x2="47875" y2="90359"/>
                        <a14:foregroundMark x1="47875" y1="90359" x2="87919" y2="81839"/>
                        <a14:foregroundMark x1="87919" y1="81839" x2="82774" y2="39910"/>
                        <a14:foregroundMark x1="65896" y1="7749" x2="64653" y2="5381"/>
                        <a14:foregroundMark x1="82774" y1="39910" x2="71569" y2="18559"/>
                        <a14:foregroundMark x1="64653" y1="5381" x2="21587" y2="13172"/>
                        <a14:foregroundMark x1="9398" y1="44139" x2="7383" y2="50673"/>
                        <a14:foregroundMark x1="17943" y1="16431" x2="13336" y2="31368"/>
                        <a14:foregroundMark x1="7383" y1="50673" x2="7383" y2="51121"/>
                        <a14:foregroundMark x1="65128" y1="5192" x2="67338" y2="5157"/>
                        <a14:foregroundMark x1="38702" y1="5605" x2="64873" y2="5196"/>
                        <a14:foregroundMark x1="58166" y1="14798" x2="51902" y2="43274"/>
                        <a14:foregroundMark x1="55034" y1="19731" x2="49217" y2="41704"/>
                        <a14:foregroundMark x1="53691" y1="16143" x2="38479" y2="52691"/>
                        <a14:foregroundMark x1="38479" y1="52691" x2="47651" y2="53812"/>
                        <a14:foregroundMark x1="60403" y1="54484" x2="52573" y2="52242"/>
                        <a14:foregroundMark x1="48098" y1="51121" x2="38926" y2="61435"/>
                        <a14:foregroundMark x1="42729" y1="53587" x2="31767" y2="55381"/>
                        <a14:foregroundMark x1="46980" y1="64350" x2="49441" y2="65022"/>
                        <a14:foregroundMark x1="38926" y1="65471" x2="47651" y2="67713"/>
                        <a14:foregroundMark x1="47651" y1="67713" x2="47651" y2="67713"/>
                        <a14:foregroundMark x1="41387" y1="66592" x2="59508" y2="62108"/>
                        <a14:foregroundMark x1="67338" y1="55830" x2="55928" y2="67937"/>
                        <a14:foregroundMark x1="65996" y1="52466" x2="59060" y2="59641"/>
                        <a14:foregroundMark x1="62640" y1="41256" x2="68009" y2="60762"/>
                        <a14:foregroundMark x1="70022" y1="51794" x2="69575" y2="60314"/>
                        <a14:foregroundMark x1="66890" y1="32511" x2="60626" y2="43498"/>
                        <a14:foregroundMark x1="52796" y1="29596" x2="61074" y2="43274"/>
                        <a14:foregroundMark x1="27293" y1="37444" x2="24832" y2="47982"/>
                        <a14:foregroundMark x1="21477" y1="34753" x2="25503" y2="51570"/>
                        <a14:foregroundMark x1="20805" y1="47982" x2="23490" y2="51570"/>
                        <a14:foregroundMark x1="30872" y1="34305" x2="29978" y2="54933"/>
                        <a14:foregroundMark x1="39374" y1="33184" x2="37136" y2="47982"/>
                        <a14:foregroundMark x1="39597" y1="25785" x2="39597" y2="25785"/>
                        <a14:foregroundMark x1="43848" y1="25785" x2="46756" y2="25785"/>
                        <a14:foregroundMark x1="67785" y1="22646" x2="67785" y2="22646"/>
                        <a14:foregroundMark x1="65996" y1="22197" x2="65996" y2="22197"/>
                        <a14:foregroundMark x1="65548" y1="20179" x2="65548" y2="20179"/>
                        <a14:foregroundMark x1="65324" y1="19283" x2="65324" y2="19283"/>
                        <a14:foregroundMark x1="77405" y1="27354" x2="77405" y2="27354"/>
                        <a14:foregroundMark x1="79195" y1="28475" x2="79195" y2="28475"/>
                        <a14:foregroundMark x1="72707" y1="34753" x2="74273" y2="38117"/>
                        <a14:foregroundMark x1="76286" y1="38565" x2="76957" y2="39013"/>
                        <a14:foregroundMark x1="72036" y1="45964" x2="72036" y2="45964"/>
                        <a14:foregroundMark x1="71588" y1="47309" x2="71588" y2="47309"/>
                        <a14:foregroundMark x1="76957" y1="47085" x2="76957" y2="47085"/>
                        <a14:foregroundMark x1="66219" y1="46188" x2="66219" y2="46188"/>
                        <a14:foregroundMark x1="71365" y1="40807" x2="75839" y2="45516"/>
                        <a14:foregroundMark x1="30201" y1="92377" x2="37136" y2="94619"/>
                        <a14:foregroundMark x1="60850" y1="27578" x2="62640" y2="30269"/>
                        <a14:foregroundMark x1="67114" y1="39686" x2="68680" y2="42825"/>
                        <a14:foregroundMark x1="87919" y1="55605" x2="90157" y2="54709"/>
                        <a14:foregroundMark x1="90604" y1="60090" x2="93289" y2="78027"/>
                        <a14:backgroundMark x1="9843" y1="34753" x2="9843" y2="34753"/>
                        <a14:backgroundMark x1="9172" y1="30045" x2="11186" y2="39686"/>
                        <a14:backgroundMark x1="9620" y1="39910" x2="12528" y2="41704"/>
                        <a14:backgroundMark x1="2685" y1="43946" x2="3132" y2="48879"/>
                        <a14:backgroundMark x1="4027" y1="43946" x2="2685" y2="49103"/>
                        <a14:backgroundMark x1="20134" y1="13229" x2="20134" y2="13229"/>
                        <a14:backgroundMark x1="17450" y1="12556" x2="20358" y2="13453"/>
                        <a14:backgroundMark x1="14989" y1="12332" x2="21700" y2="13004"/>
                        <a14:backgroundMark x1="64877" y1="11883" x2="68680" y2="13229"/>
                        <a14:backgroundMark x1="68456" y1="13677" x2="72707" y2="16592"/>
                        <a14:backgroundMark x1="69351" y1="15022" x2="72707" y2="17489"/>
                        <a14:backgroundMark x1="68009" y1="14350" x2="72483" y2="15247"/>
                        <a14:backgroundMark x1="66443" y1="10090" x2="67785" y2="8744"/>
                        <a14:backgroundMark x1="66219" y1="8520" x2="66219" y2="8520"/>
                        <a14:backgroundMark x1="66219" y1="8520" x2="66890" y2="8969"/>
                        <a14:backgroundMark x1="65548" y1="9417" x2="68233" y2="8744"/>
                        <a14:backgroundMark x1="65548" y1="8296" x2="67114" y2="8296"/>
                        <a14:backgroundMark x1="66443" y1="8296" x2="65996" y2="7848"/>
                        <a14:backgroundMark x1="97315" y1="70179" x2="97092" y2="75336"/>
                        <a14:backgroundMark x1="95749" y1="73991" x2="96868" y2="76457"/>
                        <a14:backgroundMark x1="50783" y1="98655" x2="54139" y2="98655"/>
                        <a14:backgroundMark x1="59060" y1="99103" x2="52349" y2="96861"/>
                        <a14:backgroundMark x1="57718" y1="98206" x2="59955" y2="99327"/>
                        <a14:backgroundMark x1="55481" y1="98430" x2="58837" y2="98206"/>
                        <a14:backgroundMark x1="55257" y1="97758" x2="57718" y2="97758"/>
                        <a14:backgroundMark x1="95078" y1="58520" x2="95302" y2="60090"/>
                      </a14:backgroundRemoval>
                    </a14:imgEffect>
                  </a14:imgLayer>
                </a14:imgProps>
              </a:ext>
              <a:ext uri="{28A0092B-C50C-407E-A947-70E740481C1C}">
                <a14:useLocalDpi xmlns:a14="http://schemas.microsoft.com/office/drawing/2010/main" val="0"/>
              </a:ext>
            </a:extLst>
          </a:blip>
          <a:stretch>
            <a:fillRect/>
          </a:stretch>
        </p:blipFill>
        <p:spPr>
          <a:xfrm>
            <a:off x="120854" y="0"/>
            <a:ext cx="1029074" cy="1026772"/>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99"/>
        <p:cNvGrpSpPr/>
        <p:nvPr/>
      </p:nvGrpSpPr>
      <p:grpSpPr>
        <a:xfrm>
          <a:off x="0" y="0"/>
          <a:ext cx="0" cy="0"/>
          <a:chOff x="0" y="0"/>
          <a:chExt cx="0" cy="0"/>
        </a:xfrm>
      </p:grpSpPr>
      <p:sp>
        <p:nvSpPr>
          <p:cNvPr id="300" name="Google Shape;300;p42"/>
          <p:cNvSpPr txBox="1">
            <a:spLocks noGrp="1"/>
          </p:cNvSpPr>
          <p:nvPr>
            <p:ph type="title"/>
          </p:nvPr>
        </p:nvSpPr>
        <p:spPr>
          <a:xfrm>
            <a:off x="2195624" y="1734150"/>
            <a:ext cx="4752900" cy="5514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RAKOTONANDRASANA Jean Nathanaël </a:t>
            </a:r>
            <a:r>
              <a:rPr lang="en">
                <a:solidFill>
                  <a:schemeClr val="lt1"/>
                </a:solidFill>
              </a:rPr>
              <a:t>— N°40</a:t>
            </a:r>
            <a:endParaRPr>
              <a:solidFill>
                <a:schemeClr val="lt1"/>
              </a:solidFill>
            </a:endParaRPr>
          </a:p>
        </p:txBody>
      </p:sp>
      <p:sp>
        <p:nvSpPr>
          <p:cNvPr id="301" name="Google Shape;301;p42"/>
          <p:cNvSpPr txBox="1">
            <a:spLocks noGrp="1"/>
          </p:cNvSpPr>
          <p:nvPr>
            <p:ph type="subTitle" idx="1"/>
          </p:nvPr>
        </p:nvSpPr>
        <p:spPr>
          <a:xfrm>
            <a:off x="1765934" y="2458945"/>
            <a:ext cx="5722448" cy="1203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 ML Engineer | Étape 2 : Baseline — Régression Logistique | Entraînement de deux modèles de Régression Logistique indépendants (x_wins et is_draw). Évaluation : Accuracy, F1-Score, AUC-ROC, matrices de confusion. Visualisation des 18 coefficients mappés sur le plateau 3×3 (cartes ci_x et ci_o).</a:t>
            </a:r>
            <a:endParaRPr dirty="0"/>
          </a:p>
        </p:txBody>
      </p:sp>
      <p:grpSp>
        <p:nvGrpSpPr>
          <p:cNvPr id="302" name="Google Shape;302;p42"/>
          <p:cNvGrpSpPr/>
          <p:nvPr/>
        </p:nvGrpSpPr>
        <p:grpSpPr>
          <a:xfrm>
            <a:off x="3256200" y="2278725"/>
            <a:ext cx="2645325" cy="114325"/>
            <a:chOff x="5280500" y="3106700"/>
            <a:chExt cx="2645325" cy="114325"/>
          </a:xfrm>
        </p:grpSpPr>
        <p:sp>
          <p:nvSpPr>
            <p:cNvPr id="303" name="Google Shape;303;p42"/>
            <p:cNvSpPr/>
            <p:nvPr/>
          </p:nvSpPr>
          <p:spPr>
            <a:xfrm>
              <a:off x="5280500" y="3106725"/>
              <a:ext cx="24711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 name="Google Shape;304;p42"/>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2" name="Image 3">
            <a:extLst>
              <a:ext uri="{FF2B5EF4-FFF2-40B4-BE49-F238E27FC236}">
                <a16:creationId xmlns:a16="http://schemas.microsoft.com/office/drawing/2014/main" id="{878E4861-E94A-AD6A-130C-135A06B13918}"/>
              </a:ext>
            </a:extLst>
          </p:cNvPr>
          <p:cNvPicPr>
            <a:picLocks noChangeAspect="1"/>
          </p:cNvPicPr>
          <p:nvPr/>
        </p:nvPicPr>
        <p:blipFill>
          <a:blip r:embed="rId2" cstate="print">
            <a:extLst>
              <a:ext uri="{BEBA8EAE-BF5A-486C-A8C5-ECC9F3942E4B}">
                <a14:imgProps xmlns:a14="http://schemas.microsoft.com/office/drawing/2010/main">
                  <a14:imgLayer r:embed="rId3">
                    <a14:imgEffect>
                      <a14:backgroundRemoval t="5157" b="94619" l="7383" r="93289">
                        <a14:foregroundMark x1="42506" y1="47085" x2="41834" y2="46413"/>
                        <a14:foregroundMark x1="34452" y1="14798" x2="24609" y2="58296"/>
                        <a14:foregroundMark x1="24609" y1="58296" x2="47875" y2="90359"/>
                        <a14:foregroundMark x1="47875" y1="90359" x2="87919" y2="81839"/>
                        <a14:foregroundMark x1="87919" y1="81839" x2="82774" y2="39910"/>
                        <a14:foregroundMark x1="65896" y1="7749" x2="64653" y2="5381"/>
                        <a14:foregroundMark x1="82774" y1="39910" x2="71569" y2="18559"/>
                        <a14:foregroundMark x1="64653" y1="5381" x2="21587" y2="13172"/>
                        <a14:foregroundMark x1="9398" y1="44139" x2="7383" y2="50673"/>
                        <a14:foregroundMark x1="17943" y1="16431" x2="13336" y2="31368"/>
                        <a14:foregroundMark x1="7383" y1="50673" x2="7383" y2="51121"/>
                        <a14:foregroundMark x1="65128" y1="5192" x2="67338" y2="5157"/>
                        <a14:foregroundMark x1="38702" y1="5605" x2="64873" y2="5196"/>
                        <a14:foregroundMark x1="58166" y1="14798" x2="51902" y2="43274"/>
                        <a14:foregroundMark x1="55034" y1="19731" x2="49217" y2="41704"/>
                        <a14:foregroundMark x1="53691" y1="16143" x2="38479" y2="52691"/>
                        <a14:foregroundMark x1="38479" y1="52691" x2="47651" y2="53812"/>
                        <a14:foregroundMark x1="60403" y1="54484" x2="52573" y2="52242"/>
                        <a14:foregroundMark x1="48098" y1="51121" x2="38926" y2="61435"/>
                        <a14:foregroundMark x1="42729" y1="53587" x2="31767" y2="55381"/>
                        <a14:foregroundMark x1="46980" y1="64350" x2="49441" y2="65022"/>
                        <a14:foregroundMark x1="38926" y1="65471" x2="47651" y2="67713"/>
                        <a14:foregroundMark x1="47651" y1="67713" x2="47651" y2="67713"/>
                        <a14:foregroundMark x1="41387" y1="66592" x2="59508" y2="62108"/>
                        <a14:foregroundMark x1="67338" y1="55830" x2="55928" y2="67937"/>
                        <a14:foregroundMark x1="65996" y1="52466" x2="59060" y2="59641"/>
                        <a14:foregroundMark x1="62640" y1="41256" x2="68009" y2="60762"/>
                        <a14:foregroundMark x1="70022" y1="51794" x2="69575" y2="60314"/>
                        <a14:foregroundMark x1="66890" y1="32511" x2="60626" y2="43498"/>
                        <a14:foregroundMark x1="52796" y1="29596" x2="61074" y2="43274"/>
                        <a14:foregroundMark x1="27293" y1="37444" x2="24832" y2="47982"/>
                        <a14:foregroundMark x1="21477" y1="34753" x2="25503" y2="51570"/>
                        <a14:foregroundMark x1="20805" y1="47982" x2="23490" y2="51570"/>
                        <a14:foregroundMark x1="30872" y1="34305" x2="29978" y2="54933"/>
                        <a14:foregroundMark x1="39374" y1="33184" x2="37136" y2="47982"/>
                        <a14:foregroundMark x1="39597" y1="25785" x2="39597" y2="25785"/>
                        <a14:foregroundMark x1="43848" y1="25785" x2="46756" y2="25785"/>
                        <a14:foregroundMark x1="67785" y1="22646" x2="67785" y2="22646"/>
                        <a14:foregroundMark x1="65996" y1="22197" x2="65996" y2="22197"/>
                        <a14:foregroundMark x1="65548" y1="20179" x2="65548" y2="20179"/>
                        <a14:foregroundMark x1="65324" y1="19283" x2="65324" y2="19283"/>
                        <a14:foregroundMark x1="77405" y1="27354" x2="77405" y2="27354"/>
                        <a14:foregroundMark x1="79195" y1="28475" x2="79195" y2="28475"/>
                        <a14:foregroundMark x1="72707" y1="34753" x2="74273" y2="38117"/>
                        <a14:foregroundMark x1="76286" y1="38565" x2="76957" y2="39013"/>
                        <a14:foregroundMark x1="72036" y1="45964" x2="72036" y2="45964"/>
                        <a14:foregroundMark x1="71588" y1="47309" x2="71588" y2="47309"/>
                        <a14:foregroundMark x1="76957" y1="47085" x2="76957" y2="47085"/>
                        <a14:foregroundMark x1="66219" y1="46188" x2="66219" y2="46188"/>
                        <a14:foregroundMark x1="71365" y1="40807" x2="75839" y2="45516"/>
                        <a14:foregroundMark x1="30201" y1="92377" x2="37136" y2="94619"/>
                        <a14:foregroundMark x1="60850" y1="27578" x2="62640" y2="30269"/>
                        <a14:foregroundMark x1="67114" y1="39686" x2="68680" y2="42825"/>
                        <a14:foregroundMark x1="87919" y1="55605" x2="90157" y2="54709"/>
                        <a14:foregroundMark x1="90604" y1="60090" x2="93289" y2="78027"/>
                        <a14:backgroundMark x1="9843" y1="34753" x2="9843" y2="34753"/>
                        <a14:backgroundMark x1="9172" y1="30045" x2="11186" y2="39686"/>
                        <a14:backgroundMark x1="9620" y1="39910" x2="12528" y2="41704"/>
                        <a14:backgroundMark x1="2685" y1="43946" x2="3132" y2="48879"/>
                        <a14:backgroundMark x1="4027" y1="43946" x2="2685" y2="49103"/>
                        <a14:backgroundMark x1="20134" y1="13229" x2="20134" y2="13229"/>
                        <a14:backgroundMark x1="17450" y1="12556" x2="20358" y2="13453"/>
                        <a14:backgroundMark x1="14989" y1="12332" x2="21700" y2="13004"/>
                        <a14:backgroundMark x1="64877" y1="11883" x2="68680" y2="13229"/>
                        <a14:backgroundMark x1="68456" y1="13677" x2="72707" y2="16592"/>
                        <a14:backgroundMark x1="69351" y1="15022" x2="72707" y2="17489"/>
                        <a14:backgroundMark x1="68009" y1="14350" x2="72483" y2="15247"/>
                        <a14:backgroundMark x1="66443" y1="10090" x2="67785" y2="8744"/>
                        <a14:backgroundMark x1="66219" y1="8520" x2="66219" y2="8520"/>
                        <a14:backgroundMark x1="66219" y1="8520" x2="66890" y2="8969"/>
                        <a14:backgroundMark x1="65548" y1="9417" x2="68233" y2="8744"/>
                        <a14:backgroundMark x1="65548" y1="8296" x2="67114" y2="8296"/>
                        <a14:backgroundMark x1="66443" y1="8296" x2="65996" y2="7848"/>
                        <a14:backgroundMark x1="97315" y1="70179" x2="97092" y2="75336"/>
                        <a14:backgroundMark x1="95749" y1="73991" x2="96868" y2="76457"/>
                        <a14:backgroundMark x1="50783" y1="98655" x2="54139" y2="98655"/>
                        <a14:backgroundMark x1="59060" y1="99103" x2="52349" y2="96861"/>
                        <a14:backgroundMark x1="57718" y1="98206" x2="59955" y2="99327"/>
                        <a14:backgroundMark x1="55481" y1="98430" x2="58837" y2="98206"/>
                        <a14:backgroundMark x1="55257" y1="97758" x2="57718" y2="97758"/>
                        <a14:backgroundMark x1="95078" y1="58520" x2="95302" y2="60090"/>
                      </a14:backgroundRemoval>
                    </a14:imgEffect>
                  </a14:imgLayer>
                </a14:imgProps>
              </a:ext>
              <a:ext uri="{28A0092B-C50C-407E-A947-70E740481C1C}">
                <a14:useLocalDpi xmlns:a14="http://schemas.microsoft.com/office/drawing/2010/main" val="0"/>
              </a:ext>
            </a:extLst>
          </a:blip>
          <a:stretch>
            <a:fillRect/>
          </a:stretch>
        </p:blipFill>
        <p:spPr>
          <a:xfrm>
            <a:off x="120854" y="0"/>
            <a:ext cx="1029074" cy="1026772"/>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99"/>
        <p:cNvGrpSpPr/>
        <p:nvPr/>
      </p:nvGrpSpPr>
      <p:grpSpPr>
        <a:xfrm>
          <a:off x="0" y="0"/>
          <a:ext cx="0" cy="0"/>
          <a:chOff x="0" y="0"/>
          <a:chExt cx="0" cy="0"/>
        </a:xfrm>
      </p:grpSpPr>
      <p:sp>
        <p:nvSpPr>
          <p:cNvPr id="300" name="Google Shape;300;p42"/>
          <p:cNvSpPr txBox="1">
            <a:spLocks noGrp="1"/>
          </p:cNvSpPr>
          <p:nvPr>
            <p:ph type="title"/>
          </p:nvPr>
        </p:nvSpPr>
        <p:spPr>
          <a:xfrm>
            <a:off x="2195624" y="1734150"/>
            <a:ext cx="4752900" cy="5514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MBOLAMANA Mora Giovanni </a:t>
            </a:r>
            <a:r>
              <a:rPr lang="en">
                <a:solidFill>
                  <a:schemeClr val="lt1"/>
                </a:solidFill>
              </a:rPr>
              <a:t>— N°46</a:t>
            </a:r>
            <a:endParaRPr>
              <a:solidFill>
                <a:schemeClr val="lt1"/>
              </a:solidFill>
            </a:endParaRPr>
          </a:p>
        </p:txBody>
      </p:sp>
      <p:sp>
        <p:nvSpPr>
          <p:cNvPr id="301" name="Google Shape;301;p42"/>
          <p:cNvSpPr txBox="1">
            <a:spLocks noGrp="1"/>
          </p:cNvSpPr>
          <p:nvPr>
            <p:ph type="subTitle" idx="1"/>
          </p:nvPr>
        </p:nvSpPr>
        <p:spPr>
          <a:xfrm>
            <a:off x="1561840" y="2479727"/>
            <a:ext cx="6020320" cy="1203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 ML Engineer | Étape 3 : Modèles Avancés | Exploration et comparaison des modèles : Decision Tree, Random Forest, Gradient Boosting, XGBoost et MLP (MLPClassifier). Tuning des hyperparamètres, analyse des feature importances et tableau comparatif final vs baseline.</a:t>
            </a:r>
            <a:endParaRPr dirty="0"/>
          </a:p>
        </p:txBody>
      </p:sp>
      <p:grpSp>
        <p:nvGrpSpPr>
          <p:cNvPr id="302" name="Google Shape;302;p42"/>
          <p:cNvGrpSpPr/>
          <p:nvPr/>
        </p:nvGrpSpPr>
        <p:grpSpPr>
          <a:xfrm>
            <a:off x="3256200" y="2278725"/>
            <a:ext cx="2645325" cy="114325"/>
            <a:chOff x="5280500" y="3106700"/>
            <a:chExt cx="2645325" cy="114325"/>
          </a:xfrm>
        </p:grpSpPr>
        <p:sp>
          <p:nvSpPr>
            <p:cNvPr id="303" name="Google Shape;303;p42"/>
            <p:cNvSpPr/>
            <p:nvPr/>
          </p:nvSpPr>
          <p:spPr>
            <a:xfrm>
              <a:off x="5280500" y="3106725"/>
              <a:ext cx="24711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 name="Google Shape;304;p42"/>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2" name="Image 3">
            <a:extLst>
              <a:ext uri="{FF2B5EF4-FFF2-40B4-BE49-F238E27FC236}">
                <a16:creationId xmlns:a16="http://schemas.microsoft.com/office/drawing/2014/main" id="{730609FA-F9B9-853D-D71B-39D1A7095141}"/>
              </a:ext>
            </a:extLst>
          </p:cNvPr>
          <p:cNvPicPr>
            <a:picLocks noChangeAspect="1"/>
          </p:cNvPicPr>
          <p:nvPr/>
        </p:nvPicPr>
        <p:blipFill>
          <a:blip r:embed="rId2" cstate="print">
            <a:extLst>
              <a:ext uri="{BEBA8EAE-BF5A-486C-A8C5-ECC9F3942E4B}">
                <a14:imgProps xmlns:a14="http://schemas.microsoft.com/office/drawing/2010/main">
                  <a14:imgLayer r:embed="rId3">
                    <a14:imgEffect>
                      <a14:backgroundRemoval t="5157" b="94619" l="7383" r="93289">
                        <a14:foregroundMark x1="42506" y1="47085" x2="41834" y2="46413"/>
                        <a14:foregroundMark x1="34452" y1="14798" x2="24609" y2="58296"/>
                        <a14:foregroundMark x1="24609" y1="58296" x2="47875" y2="90359"/>
                        <a14:foregroundMark x1="47875" y1="90359" x2="87919" y2="81839"/>
                        <a14:foregroundMark x1="87919" y1="81839" x2="82774" y2="39910"/>
                        <a14:foregroundMark x1="65896" y1="7749" x2="64653" y2="5381"/>
                        <a14:foregroundMark x1="82774" y1="39910" x2="71569" y2="18559"/>
                        <a14:foregroundMark x1="64653" y1="5381" x2="21587" y2="13172"/>
                        <a14:foregroundMark x1="9398" y1="44139" x2="7383" y2="50673"/>
                        <a14:foregroundMark x1="17943" y1="16431" x2="13336" y2="31368"/>
                        <a14:foregroundMark x1="7383" y1="50673" x2="7383" y2="51121"/>
                        <a14:foregroundMark x1="65128" y1="5192" x2="67338" y2="5157"/>
                        <a14:foregroundMark x1="38702" y1="5605" x2="64873" y2="5196"/>
                        <a14:foregroundMark x1="58166" y1="14798" x2="51902" y2="43274"/>
                        <a14:foregroundMark x1="55034" y1="19731" x2="49217" y2="41704"/>
                        <a14:foregroundMark x1="53691" y1="16143" x2="38479" y2="52691"/>
                        <a14:foregroundMark x1="38479" y1="52691" x2="47651" y2="53812"/>
                        <a14:foregroundMark x1="60403" y1="54484" x2="52573" y2="52242"/>
                        <a14:foregroundMark x1="48098" y1="51121" x2="38926" y2="61435"/>
                        <a14:foregroundMark x1="42729" y1="53587" x2="31767" y2="55381"/>
                        <a14:foregroundMark x1="46980" y1="64350" x2="49441" y2="65022"/>
                        <a14:foregroundMark x1="38926" y1="65471" x2="47651" y2="67713"/>
                        <a14:foregroundMark x1="47651" y1="67713" x2="47651" y2="67713"/>
                        <a14:foregroundMark x1="41387" y1="66592" x2="59508" y2="62108"/>
                        <a14:foregroundMark x1="67338" y1="55830" x2="55928" y2="67937"/>
                        <a14:foregroundMark x1="65996" y1="52466" x2="59060" y2="59641"/>
                        <a14:foregroundMark x1="62640" y1="41256" x2="68009" y2="60762"/>
                        <a14:foregroundMark x1="70022" y1="51794" x2="69575" y2="60314"/>
                        <a14:foregroundMark x1="66890" y1="32511" x2="60626" y2="43498"/>
                        <a14:foregroundMark x1="52796" y1="29596" x2="61074" y2="43274"/>
                        <a14:foregroundMark x1="27293" y1="37444" x2="24832" y2="47982"/>
                        <a14:foregroundMark x1="21477" y1="34753" x2="25503" y2="51570"/>
                        <a14:foregroundMark x1="20805" y1="47982" x2="23490" y2="51570"/>
                        <a14:foregroundMark x1="30872" y1="34305" x2="29978" y2="54933"/>
                        <a14:foregroundMark x1="39374" y1="33184" x2="37136" y2="47982"/>
                        <a14:foregroundMark x1="39597" y1="25785" x2="39597" y2="25785"/>
                        <a14:foregroundMark x1="43848" y1="25785" x2="46756" y2="25785"/>
                        <a14:foregroundMark x1="67785" y1="22646" x2="67785" y2="22646"/>
                        <a14:foregroundMark x1="65996" y1="22197" x2="65996" y2="22197"/>
                        <a14:foregroundMark x1="65548" y1="20179" x2="65548" y2="20179"/>
                        <a14:foregroundMark x1="65324" y1="19283" x2="65324" y2="19283"/>
                        <a14:foregroundMark x1="77405" y1="27354" x2="77405" y2="27354"/>
                        <a14:foregroundMark x1="79195" y1="28475" x2="79195" y2="28475"/>
                        <a14:foregroundMark x1="72707" y1="34753" x2="74273" y2="38117"/>
                        <a14:foregroundMark x1="76286" y1="38565" x2="76957" y2="39013"/>
                        <a14:foregroundMark x1="72036" y1="45964" x2="72036" y2="45964"/>
                        <a14:foregroundMark x1="71588" y1="47309" x2="71588" y2="47309"/>
                        <a14:foregroundMark x1="76957" y1="47085" x2="76957" y2="47085"/>
                        <a14:foregroundMark x1="66219" y1="46188" x2="66219" y2="46188"/>
                        <a14:foregroundMark x1="71365" y1="40807" x2="75839" y2="45516"/>
                        <a14:foregroundMark x1="30201" y1="92377" x2="37136" y2="94619"/>
                        <a14:foregroundMark x1="60850" y1="27578" x2="62640" y2="30269"/>
                        <a14:foregroundMark x1="67114" y1="39686" x2="68680" y2="42825"/>
                        <a14:foregroundMark x1="87919" y1="55605" x2="90157" y2="54709"/>
                        <a14:foregroundMark x1="90604" y1="60090" x2="93289" y2="78027"/>
                        <a14:backgroundMark x1="9843" y1="34753" x2="9843" y2="34753"/>
                        <a14:backgroundMark x1="9172" y1="30045" x2="11186" y2="39686"/>
                        <a14:backgroundMark x1="9620" y1="39910" x2="12528" y2="41704"/>
                        <a14:backgroundMark x1="2685" y1="43946" x2="3132" y2="48879"/>
                        <a14:backgroundMark x1="4027" y1="43946" x2="2685" y2="49103"/>
                        <a14:backgroundMark x1="20134" y1="13229" x2="20134" y2="13229"/>
                        <a14:backgroundMark x1="17450" y1="12556" x2="20358" y2="13453"/>
                        <a14:backgroundMark x1="14989" y1="12332" x2="21700" y2="13004"/>
                        <a14:backgroundMark x1="64877" y1="11883" x2="68680" y2="13229"/>
                        <a14:backgroundMark x1="68456" y1="13677" x2="72707" y2="16592"/>
                        <a14:backgroundMark x1="69351" y1="15022" x2="72707" y2="17489"/>
                        <a14:backgroundMark x1="68009" y1="14350" x2="72483" y2="15247"/>
                        <a14:backgroundMark x1="66443" y1="10090" x2="67785" y2="8744"/>
                        <a14:backgroundMark x1="66219" y1="8520" x2="66219" y2="8520"/>
                        <a14:backgroundMark x1="66219" y1="8520" x2="66890" y2="8969"/>
                        <a14:backgroundMark x1="65548" y1="9417" x2="68233" y2="8744"/>
                        <a14:backgroundMark x1="65548" y1="8296" x2="67114" y2="8296"/>
                        <a14:backgroundMark x1="66443" y1="8296" x2="65996" y2="7848"/>
                        <a14:backgroundMark x1="97315" y1="70179" x2="97092" y2="75336"/>
                        <a14:backgroundMark x1="95749" y1="73991" x2="96868" y2="76457"/>
                        <a14:backgroundMark x1="50783" y1="98655" x2="54139" y2="98655"/>
                        <a14:backgroundMark x1="59060" y1="99103" x2="52349" y2="96861"/>
                        <a14:backgroundMark x1="57718" y1="98206" x2="59955" y2="99327"/>
                        <a14:backgroundMark x1="55481" y1="98430" x2="58837" y2="98206"/>
                        <a14:backgroundMark x1="55257" y1="97758" x2="57718" y2="97758"/>
                        <a14:backgroundMark x1="95078" y1="58520" x2="95302" y2="60090"/>
                      </a14:backgroundRemoval>
                    </a14:imgEffect>
                  </a14:imgLayer>
                </a14:imgProps>
              </a:ext>
              <a:ext uri="{28A0092B-C50C-407E-A947-70E740481C1C}">
                <a14:useLocalDpi xmlns:a14="http://schemas.microsoft.com/office/drawing/2010/main" val="0"/>
              </a:ext>
            </a:extLst>
          </a:blip>
          <a:stretch>
            <a:fillRect/>
          </a:stretch>
        </p:blipFill>
        <p:spPr>
          <a:xfrm>
            <a:off x="120854" y="0"/>
            <a:ext cx="1029074" cy="1026772"/>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99"/>
        <p:cNvGrpSpPr/>
        <p:nvPr/>
      </p:nvGrpSpPr>
      <p:grpSpPr>
        <a:xfrm>
          <a:off x="0" y="0"/>
          <a:ext cx="0" cy="0"/>
          <a:chOff x="0" y="0"/>
          <a:chExt cx="0" cy="0"/>
        </a:xfrm>
      </p:grpSpPr>
      <p:sp>
        <p:nvSpPr>
          <p:cNvPr id="300" name="Google Shape;300;p42"/>
          <p:cNvSpPr txBox="1">
            <a:spLocks noGrp="1"/>
          </p:cNvSpPr>
          <p:nvPr>
            <p:ph type="title"/>
          </p:nvPr>
        </p:nvSpPr>
        <p:spPr>
          <a:xfrm>
            <a:off x="2195624" y="1734150"/>
            <a:ext cx="4752900" cy="5514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ANDRIAKOLONIAINA Mevasoa </a:t>
            </a:r>
            <a:r>
              <a:rPr lang="en">
                <a:solidFill>
                  <a:schemeClr val="lt1"/>
                </a:solidFill>
              </a:rPr>
              <a:t>— N°51</a:t>
            </a:r>
            <a:endParaRPr>
              <a:solidFill>
                <a:schemeClr val="lt1"/>
              </a:solidFill>
            </a:endParaRPr>
          </a:p>
        </p:txBody>
      </p:sp>
      <p:sp>
        <p:nvSpPr>
          <p:cNvPr id="301" name="Google Shape;301;p42"/>
          <p:cNvSpPr txBox="1">
            <a:spLocks noGrp="1"/>
          </p:cNvSpPr>
          <p:nvPr>
            <p:ph type="subTitle" idx="1"/>
          </p:nvPr>
        </p:nvSpPr>
        <p:spPr>
          <a:xfrm>
            <a:off x="1814424" y="2458946"/>
            <a:ext cx="5729375" cy="1203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 Dev Interface | Étape 4 : Interface Jouable — 3 Modes | Développement de l’interface Morpion jouable : mode vs Human (2 joueurs), mode vs IA ML (modèles x_wins / is_draw pour choisir le coup optimal) et mode vs IA Hybride (Minimax profondeur 3 + ML comme évaluateur des feuilles).</a:t>
            </a:r>
            <a:endParaRPr dirty="0"/>
          </a:p>
        </p:txBody>
      </p:sp>
      <p:grpSp>
        <p:nvGrpSpPr>
          <p:cNvPr id="302" name="Google Shape;302;p42"/>
          <p:cNvGrpSpPr/>
          <p:nvPr/>
        </p:nvGrpSpPr>
        <p:grpSpPr>
          <a:xfrm>
            <a:off x="3256200" y="2278725"/>
            <a:ext cx="2645325" cy="114325"/>
            <a:chOff x="5280500" y="3106700"/>
            <a:chExt cx="2645325" cy="114325"/>
          </a:xfrm>
        </p:grpSpPr>
        <p:sp>
          <p:nvSpPr>
            <p:cNvPr id="303" name="Google Shape;303;p42"/>
            <p:cNvSpPr/>
            <p:nvPr/>
          </p:nvSpPr>
          <p:spPr>
            <a:xfrm>
              <a:off x="5280500" y="3106725"/>
              <a:ext cx="24711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 name="Google Shape;304;p42"/>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2" name="Image 3">
            <a:extLst>
              <a:ext uri="{FF2B5EF4-FFF2-40B4-BE49-F238E27FC236}">
                <a16:creationId xmlns:a16="http://schemas.microsoft.com/office/drawing/2014/main" id="{2FFC51DA-59E1-BB96-627C-63AAD6690107}"/>
              </a:ext>
            </a:extLst>
          </p:cNvPr>
          <p:cNvPicPr>
            <a:picLocks noChangeAspect="1"/>
          </p:cNvPicPr>
          <p:nvPr/>
        </p:nvPicPr>
        <p:blipFill>
          <a:blip r:embed="rId2" cstate="print">
            <a:extLst>
              <a:ext uri="{BEBA8EAE-BF5A-486C-A8C5-ECC9F3942E4B}">
                <a14:imgProps xmlns:a14="http://schemas.microsoft.com/office/drawing/2010/main">
                  <a14:imgLayer r:embed="rId3">
                    <a14:imgEffect>
                      <a14:backgroundRemoval t="5157" b="94619" l="7383" r="93289">
                        <a14:foregroundMark x1="42506" y1="47085" x2="41834" y2="46413"/>
                        <a14:foregroundMark x1="34452" y1="14798" x2="24609" y2="58296"/>
                        <a14:foregroundMark x1="24609" y1="58296" x2="47875" y2="90359"/>
                        <a14:foregroundMark x1="47875" y1="90359" x2="87919" y2="81839"/>
                        <a14:foregroundMark x1="87919" y1="81839" x2="82774" y2="39910"/>
                        <a14:foregroundMark x1="65896" y1="7749" x2="64653" y2="5381"/>
                        <a14:foregroundMark x1="82774" y1="39910" x2="71569" y2="18559"/>
                        <a14:foregroundMark x1="64653" y1="5381" x2="21587" y2="13172"/>
                        <a14:foregroundMark x1="9398" y1="44139" x2="7383" y2="50673"/>
                        <a14:foregroundMark x1="17943" y1="16431" x2="13336" y2="31368"/>
                        <a14:foregroundMark x1="7383" y1="50673" x2="7383" y2="51121"/>
                        <a14:foregroundMark x1="65128" y1="5192" x2="67338" y2="5157"/>
                        <a14:foregroundMark x1="38702" y1="5605" x2="64873" y2="5196"/>
                        <a14:foregroundMark x1="58166" y1="14798" x2="51902" y2="43274"/>
                        <a14:foregroundMark x1="55034" y1="19731" x2="49217" y2="41704"/>
                        <a14:foregroundMark x1="53691" y1="16143" x2="38479" y2="52691"/>
                        <a14:foregroundMark x1="38479" y1="52691" x2="47651" y2="53812"/>
                        <a14:foregroundMark x1="60403" y1="54484" x2="52573" y2="52242"/>
                        <a14:foregroundMark x1="48098" y1="51121" x2="38926" y2="61435"/>
                        <a14:foregroundMark x1="42729" y1="53587" x2="31767" y2="55381"/>
                        <a14:foregroundMark x1="46980" y1="64350" x2="49441" y2="65022"/>
                        <a14:foregroundMark x1="38926" y1="65471" x2="47651" y2="67713"/>
                        <a14:foregroundMark x1="47651" y1="67713" x2="47651" y2="67713"/>
                        <a14:foregroundMark x1="41387" y1="66592" x2="59508" y2="62108"/>
                        <a14:foregroundMark x1="67338" y1="55830" x2="55928" y2="67937"/>
                        <a14:foregroundMark x1="65996" y1="52466" x2="59060" y2="59641"/>
                        <a14:foregroundMark x1="62640" y1="41256" x2="68009" y2="60762"/>
                        <a14:foregroundMark x1="70022" y1="51794" x2="69575" y2="60314"/>
                        <a14:foregroundMark x1="66890" y1="32511" x2="60626" y2="43498"/>
                        <a14:foregroundMark x1="52796" y1="29596" x2="61074" y2="43274"/>
                        <a14:foregroundMark x1="27293" y1="37444" x2="24832" y2="47982"/>
                        <a14:foregroundMark x1="21477" y1="34753" x2="25503" y2="51570"/>
                        <a14:foregroundMark x1="20805" y1="47982" x2="23490" y2="51570"/>
                        <a14:foregroundMark x1="30872" y1="34305" x2="29978" y2="54933"/>
                        <a14:foregroundMark x1="39374" y1="33184" x2="37136" y2="47982"/>
                        <a14:foregroundMark x1="39597" y1="25785" x2="39597" y2="25785"/>
                        <a14:foregroundMark x1="43848" y1="25785" x2="46756" y2="25785"/>
                        <a14:foregroundMark x1="67785" y1="22646" x2="67785" y2="22646"/>
                        <a14:foregroundMark x1="65996" y1="22197" x2="65996" y2="22197"/>
                        <a14:foregroundMark x1="65548" y1="20179" x2="65548" y2="20179"/>
                        <a14:foregroundMark x1="65324" y1="19283" x2="65324" y2="19283"/>
                        <a14:foregroundMark x1="77405" y1="27354" x2="77405" y2="27354"/>
                        <a14:foregroundMark x1="79195" y1="28475" x2="79195" y2="28475"/>
                        <a14:foregroundMark x1="72707" y1="34753" x2="74273" y2="38117"/>
                        <a14:foregroundMark x1="76286" y1="38565" x2="76957" y2="39013"/>
                        <a14:foregroundMark x1="72036" y1="45964" x2="72036" y2="45964"/>
                        <a14:foregroundMark x1="71588" y1="47309" x2="71588" y2="47309"/>
                        <a14:foregroundMark x1="76957" y1="47085" x2="76957" y2="47085"/>
                        <a14:foregroundMark x1="66219" y1="46188" x2="66219" y2="46188"/>
                        <a14:foregroundMark x1="71365" y1="40807" x2="75839" y2="45516"/>
                        <a14:foregroundMark x1="30201" y1="92377" x2="37136" y2="94619"/>
                        <a14:foregroundMark x1="60850" y1="27578" x2="62640" y2="30269"/>
                        <a14:foregroundMark x1="67114" y1="39686" x2="68680" y2="42825"/>
                        <a14:foregroundMark x1="87919" y1="55605" x2="90157" y2="54709"/>
                        <a14:foregroundMark x1="90604" y1="60090" x2="93289" y2="78027"/>
                        <a14:backgroundMark x1="9843" y1="34753" x2="9843" y2="34753"/>
                        <a14:backgroundMark x1="9172" y1="30045" x2="11186" y2="39686"/>
                        <a14:backgroundMark x1="9620" y1="39910" x2="12528" y2="41704"/>
                        <a14:backgroundMark x1="2685" y1="43946" x2="3132" y2="48879"/>
                        <a14:backgroundMark x1="4027" y1="43946" x2="2685" y2="49103"/>
                        <a14:backgroundMark x1="20134" y1="13229" x2="20134" y2="13229"/>
                        <a14:backgroundMark x1="17450" y1="12556" x2="20358" y2="13453"/>
                        <a14:backgroundMark x1="14989" y1="12332" x2="21700" y2="13004"/>
                        <a14:backgroundMark x1="64877" y1="11883" x2="68680" y2="13229"/>
                        <a14:backgroundMark x1="68456" y1="13677" x2="72707" y2="16592"/>
                        <a14:backgroundMark x1="69351" y1="15022" x2="72707" y2="17489"/>
                        <a14:backgroundMark x1="68009" y1="14350" x2="72483" y2="15247"/>
                        <a14:backgroundMark x1="66443" y1="10090" x2="67785" y2="8744"/>
                        <a14:backgroundMark x1="66219" y1="8520" x2="66219" y2="8520"/>
                        <a14:backgroundMark x1="66219" y1="8520" x2="66890" y2="8969"/>
                        <a14:backgroundMark x1="65548" y1="9417" x2="68233" y2="8744"/>
                        <a14:backgroundMark x1="65548" y1="8296" x2="67114" y2="8296"/>
                        <a14:backgroundMark x1="66443" y1="8296" x2="65996" y2="7848"/>
                        <a14:backgroundMark x1="97315" y1="70179" x2="97092" y2="75336"/>
                        <a14:backgroundMark x1="95749" y1="73991" x2="96868" y2="76457"/>
                        <a14:backgroundMark x1="50783" y1="98655" x2="54139" y2="98655"/>
                        <a14:backgroundMark x1="59060" y1="99103" x2="52349" y2="96861"/>
                        <a14:backgroundMark x1="57718" y1="98206" x2="59955" y2="99327"/>
                        <a14:backgroundMark x1="55481" y1="98430" x2="58837" y2="98206"/>
                        <a14:backgroundMark x1="55257" y1="97758" x2="57718" y2="97758"/>
                        <a14:backgroundMark x1="95078" y1="58520" x2="95302" y2="60090"/>
                      </a14:backgroundRemoval>
                    </a14:imgEffect>
                  </a14:imgLayer>
                </a14:imgProps>
              </a:ext>
              <a:ext uri="{28A0092B-C50C-407E-A947-70E740481C1C}">
                <a14:useLocalDpi xmlns:a14="http://schemas.microsoft.com/office/drawing/2010/main" val="0"/>
              </a:ext>
            </a:extLst>
          </a:blip>
          <a:stretch>
            <a:fillRect/>
          </a:stretch>
        </p:blipFill>
        <p:spPr>
          <a:xfrm>
            <a:off x="120854" y="0"/>
            <a:ext cx="1029074" cy="1026772"/>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99"/>
        <p:cNvGrpSpPr/>
        <p:nvPr/>
      </p:nvGrpSpPr>
      <p:grpSpPr>
        <a:xfrm>
          <a:off x="0" y="0"/>
          <a:ext cx="0" cy="0"/>
          <a:chOff x="0" y="0"/>
          <a:chExt cx="0" cy="0"/>
        </a:xfrm>
      </p:grpSpPr>
      <p:sp>
        <p:nvSpPr>
          <p:cNvPr id="300" name="Google Shape;300;p42"/>
          <p:cNvSpPr txBox="1">
            <a:spLocks noGrp="1"/>
          </p:cNvSpPr>
          <p:nvPr>
            <p:ph type="title"/>
          </p:nvPr>
        </p:nvSpPr>
        <p:spPr>
          <a:xfrm>
            <a:off x="2195624" y="1734150"/>
            <a:ext cx="4752900" cy="5514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LEZO Honoricia Muguette </a:t>
            </a:r>
            <a:r>
              <a:rPr lang="en">
                <a:solidFill>
                  <a:schemeClr val="lt1"/>
                </a:solidFill>
              </a:rPr>
              <a:t>— N°59</a:t>
            </a:r>
            <a:endParaRPr>
              <a:solidFill>
                <a:schemeClr val="lt1"/>
              </a:solidFill>
            </a:endParaRPr>
          </a:p>
        </p:txBody>
      </p:sp>
      <p:sp>
        <p:nvSpPr>
          <p:cNvPr id="301" name="Google Shape;301;p42"/>
          <p:cNvSpPr txBox="1">
            <a:spLocks noGrp="1"/>
          </p:cNvSpPr>
          <p:nvPr>
            <p:ph type="subTitle" idx="1"/>
          </p:nvPr>
        </p:nvSpPr>
        <p:spPr>
          <a:xfrm>
            <a:off x="1939376" y="2458946"/>
            <a:ext cx="5265248" cy="1203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 Dev Interface | Étape 4 : IA Hybride + Déploiement | Intégration du mode IA Hybride : les probabilités prédites (x_wins, is_draw) remplacent la fonction heuristique de Minimax. Tests des 3 configurations, débogage UX, documentation README-jeu.md et déploiement en ligne (atout bonus).</a:t>
            </a:r>
            <a:endParaRPr dirty="0"/>
          </a:p>
        </p:txBody>
      </p:sp>
      <p:grpSp>
        <p:nvGrpSpPr>
          <p:cNvPr id="302" name="Google Shape;302;p42"/>
          <p:cNvGrpSpPr/>
          <p:nvPr/>
        </p:nvGrpSpPr>
        <p:grpSpPr>
          <a:xfrm>
            <a:off x="3256200" y="2278725"/>
            <a:ext cx="2645325" cy="114325"/>
            <a:chOff x="5280500" y="3106700"/>
            <a:chExt cx="2645325" cy="114325"/>
          </a:xfrm>
        </p:grpSpPr>
        <p:sp>
          <p:nvSpPr>
            <p:cNvPr id="303" name="Google Shape;303;p42"/>
            <p:cNvSpPr/>
            <p:nvPr/>
          </p:nvSpPr>
          <p:spPr>
            <a:xfrm>
              <a:off x="5280500" y="3106725"/>
              <a:ext cx="24711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 name="Google Shape;304;p42"/>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2" name="Image 3">
            <a:extLst>
              <a:ext uri="{FF2B5EF4-FFF2-40B4-BE49-F238E27FC236}">
                <a16:creationId xmlns:a16="http://schemas.microsoft.com/office/drawing/2014/main" id="{042C93E4-0049-9375-D521-0860B697492B}"/>
              </a:ext>
            </a:extLst>
          </p:cNvPr>
          <p:cNvPicPr>
            <a:picLocks noChangeAspect="1"/>
          </p:cNvPicPr>
          <p:nvPr/>
        </p:nvPicPr>
        <p:blipFill>
          <a:blip r:embed="rId2" cstate="print">
            <a:extLst>
              <a:ext uri="{BEBA8EAE-BF5A-486C-A8C5-ECC9F3942E4B}">
                <a14:imgProps xmlns:a14="http://schemas.microsoft.com/office/drawing/2010/main">
                  <a14:imgLayer r:embed="rId3">
                    <a14:imgEffect>
                      <a14:backgroundRemoval t="5157" b="94619" l="7383" r="93289">
                        <a14:foregroundMark x1="42506" y1="47085" x2="41834" y2="46413"/>
                        <a14:foregroundMark x1="34452" y1="14798" x2="24609" y2="58296"/>
                        <a14:foregroundMark x1="24609" y1="58296" x2="47875" y2="90359"/>
                        <a14:foregroundMark x1="47875" y1="90359" x2="87919" y2="81839"/>
                        <a14:foregroundMark x1="87919" y1="81839" x2="82774" y2="39910"/>
                        <a14:foregroundMark x1="65896" y1="7749" x2="64653" y2="5381"/>
                        <a14:foregroundMark x1="82774" y1="39910" x2="71569" y2="18559"/>
                        <a14:foregroundMark x1="64653" y1="5381" x2="21587" y2="13172"/>
                        <a14:foregroundMark x1="9398" y1="44139" x2="7383" y2="50673"/>
                        <a14:foregroundMark x1="17943" y1="16431" x2="13336" y2="31368"/>
                        <a14:foregroundMark x1="7383" y1="50673" x2="7383" y2="51121"/>
                        <a14:foregroundMark x1="65128" y1="5192" x2="67338" y2="5157"/>
                        <a14:foregroundMark x1="38702" y1="5605" x2="64873" y2="5196"/>
                        <a14:foregroundMark x1="58166" y1="14798" x2="51902" y2="43274"/>
                        <a14:foregroundMark x1="55034" y1="19731" x2="49217" y2="41704"/>
                        <a14:foregroundMark x1="53691" y1="16143" x2="38479" y2="52691"/>
                        <a14:foregroundMark x1="38479" y1="52691" x2="47651" y2="53812"/>
                        <a14:foregroundMark x1="60403" y1="54484" x2="52573" y2="52242"/>
                        <a14:foregroundMark x1="48098" y1="51121" x2="38926" y2="61435"/>
                        <a14:foregroundMark x1="42729" y1="53587" x2="31767" y2="55381"/>
                        <a14:foregroundMark x1="46980" y1="64350" x2="49441" y2="65022"/>
                        <a14:foregroundMark x1="38926" y1="65471" x2="47651" y2="67713"/>
                        <a14:foregroundMark x1="47651" y1="67713" x2="47651" y2="67713"/>
                        <a14:foregroundMark x1="41387" y1="66592" x2="59508" y2="62108"/>
                        <a14:foregroundMark x1="67338" y1="55830" x2="55928" y2="67937"/>
                        <a14:foregroundMark x1="65996" y1="52466" x2="59060" y2="59641"/>
                        <a14:foregroundMark x1="62640" y1="41256" x2="68009" y2="60762"/>
                        <a14:foregroundMark x1="70022" y1="51794" x2="69575" y2="60314"/>
                        <a14:foregroundMark x1="66890" y1="32511" x2="60626" y2="43498"/>
                        <a14:foregroundMark x1="52796" y1="29596" x2="61074" y2="43274"/>
                        <a14:foregroundMark x1="27293" y1="37444" x2="24832" y2="47982"/>
                        <a14:foregroundMark x1="21477" y1="34753" x2="25503" y2="51570"/>
                        <a14:foregroundMark x1="20805" y1="47982" x2="23490" y2="51570"/>
                        <a14:foregroundMark x1="30872" y1="34305" x2="29978" y2="54933"/>
                        <a14:foregroundMark x1="39374" y1="33184" x2="37136" y2="47982"/>
                        <a14:foregroundMark x1="39597" y1="25785" x2="39597" y2="25785"/>
                        <a14:foregroundMark x1="43848" y1="25785" x2="46756" y2="25785"/>
                        <a14:foregroundMark x1="67785" y1="22646" x2="67785" y2="22646"/>
                        <a14:foregroundMark x1="65996" y1="22197" x2="65996" y2="22197"/>
                        <a14:foregroundMark x1="65548" y1="20179" x2="65548" y2="20179"/>
                        <a14:foregroundMark x1="65324" y1="19283" x2="65324" y2="19283"/>
                        <a14:foregroundMark x1="77405" y1="27354" x2="77405" y2="27354"/>
                        <a14:foregroundMark x1="79195" y1="28475" x2="79195" y2="28475"/>
                        <a14:foregroundMark x1="72707" y1="34753" x2="74273" y2="38117"/>
                        <a14:foregroundMark x1="76286" y1="38565" x2="76957" y2="39013"/>
                        <a14:foregroundMark x1="72036" y1="45964" x2="72036" y2="45964"/>
                        <a14:foregroundMark x1="71588" y1="47309" x2="71588" y2="47309"/>
                        <a14:foregroundMark x1="76957" y1="47085" x2="76957" y2="47085"/>
                        <a14:foregroundMark x1="66219" y1="46188" x2="66219" y2="46188"/>
                        <a14:foregroundMark x1="71365" y1="40807" x2="75839" y2="45516"/>
                        <a14:foregroundMark x1="30201" y1="92377" x2="37136" y2="94619"/>
                        <a14:foregroundMark x1="60850" y1="27578" x2="62640" y2="30269"/>
                        <a14:foregroundMark x1="67114" y1="39686" x2="68680" y2="42825"/>
                        <a14:foregroundMark x1="87919" y1="55605" x2="90157" y2="54709"/>
                        <a14:foregroundMark x1="90604" y1="60090" x2="93289" y2="78027"/>
                        <a14:backgroundMark x1="9843" y1="34753" x2="9843" y2="34753"/>
                        <a14:backgroundMark x1="9172" y1="30045" x2="11186" y2="39686"/>
                        <a14:backgroundMark x1="9620" y1="39910" x2="12528" y2="41704"/>
                        <a14:backgroundMark x1="2685" y1="43946" x2="3132" y2="48879"/>
                        <a14:backgroundMark x1="4027" y1="43946" x2="2685" y2="49103"/>
                        <a14:backgroundMark x1="20134" y1="13229" x2="20134" y2="13229"/>
                        <a14:backgroundMark x1="17450" y1="12556" x2="20358" y2="13453"/>
                        <a14:backgroundMark x1="14989" y1="12332" x2="21700" y2="13004"/>
                        <a14:backgroundMark x1="64877" y1="11883" x2="68680" y2="13229"/>
                        <a14:backgroundMark x1="68456" y1="13677" x2="72707" y2="16592"/>
                        <a14:backgroundMark x1="69351" y1="15022" x2="72707" y2="17489"/>
                        <a14:backgroundMark x1="68009" y1="14350" x2="72483" y2="15247"/>
                        <a14:backgroundMark x1="66443" y1="10090" x2="67785" y2="8744"/>
                        <a14:backgroundMark x1="66219" y1="8520" x2="66219" y2="8520"/>
                        <a14:backgroundMark x1="66219" y1="8520" x2="66890" y2="8969"/>
                        <a14:backgroundMark x1="65548" y1="9417" x2="68233" y2="8744"/>
                        <a14:backgroundMark x1="65548" y1="8296" x2="67114" y2="8296"/>
                        <a14:backgroundMark x1="66443" y1="8296" x2="65996" y2="7848"/>
                        <a14:backgroundMark x1="97315" y1="70179" x2="97092" y2="75336"/>
                        <a14:backgroundMark x1="95749" y1="73991" x2="96868" y2="76457"/>
                        <a14:backgroundMark x1="50783" y1="98655" x2="54139" y2="98655"/>
                        <a14:backgroundMark x1="59060" y1="99103" x2="52349" y2="96861"/>
                        <a14:backgroundMark x1="57718" y1="98206" x2="59955" y2="99327"/>
                        <a14:backgroundMark x1="55481" y1="98430" x2="58837" y2="98206"/>
                        <a14:backgroundMark x1="55257" y1="97758" x2="57718" y2="97758"/>
                        <a14:backgroundMark x1="95078" y1="58520" x2="95302" y2="60090"/>
                      </a14:backgroundRemoval>
                    </a14:imgEffect>
                  </a14:imgLayer>
                </a14:imgProps>
              </a:ext>
              <a:ext uri="{28A0092B-C50C-407E-A947-70E740481C1C}">
                <a14:useLocalDpi xmlns:a14="http://schemas.microsoft.com/office/drawing/2010/main" val="0"/>
              </a:ext>
            </a:extLst>
          </a:blip>
          <a:stretch>
            <a:fillRect/>
          </a:stretch>
        </p:blipFill>
        <p:spPr>
          <a:xfrm>
            <a:off x="120854" y="0"/>
            <a:ext cx="1029074" cy="1026772"/>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99"/>
        <p:cNvGrpSpPr/>
        <p:nvPr/>
      </p:nvGrpSpPr>
      <p:grpSpPr>
        <a:xfrm>
          <a:off x="0" y="0"/>
          <a:ext cx="0" cy="0"/>
          <a:chOff x="0" y="0"/>
          <a:chExt cx="0" cy="0"/>
        </a:xfrm>
      </p:grpSpPr>
      <p:sp>
        <p:nvSpPr>
          <p:cNvPr id="300" name="Google Shape;300;p42"/>
          <p:cNvSpPr txBox="1">
            <a:spLocks noGrp="1"/>
          </p:cNvSpPr>
          <p:nvPr>
            <p:ph type="title"/>
          </p:nvPr>
        </p:nvSpPr>
        <p:spPr>
          <a:xfrm>
            <a:off x="2195624" y="1734150"/>
            <a:ext cx="4752900" cy="5514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Liens &amp; </a:t>
            </a:r>
            <a:r>
              <a:rPr lang="en">
                <a:solidFill>
                  <a:schemeClr val="lt1"/>
                </a:solidFill>
              </a:rPr>
              <a:t>Ressources</a:t>
            </a:r>
            <a:endParaRPr>
              <a:solidFill>
                <a:schemeClr val="lt1"/>
              </a:solidFill>
            </a:endParaRPr>
          </a:p>
        </p:txBody>
      </p:sp>
      <p:sp>
        <p:nvSpPr>
          <p:cNvPr id="301" name="Google Shape;301;p42"/>
          <p:cNvSpPr txBox="1">
            <a:spLocks noGrp="1"/>
          </p:cNvSpPr>
          <p:nvPr>
            <p:ph type="subTitle" idx="1"/>
          </p:nvPr>
        </p:nvSpPr>
        <p:spPr>
          <a:xfrm>
            <a:off x="1371079" y="2493582"/>
            <a:ext cx="6879302" cy="1203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Équipe R&amp;D More Than Conqueror — IGGLIA4 — ISPM Madagascar. Nous avons construit un pipeline ML complet pour un jeu de Morpion avec IA adaptative. Dataset généré : 2 423 états valides (Minimax + Alpha-Bêta). Modèles : Régression Logistique (baseline), Random Forest, XGBoost. Interface Tkinter : 3 modes jouables. GitHub : github.com/elidoeliazafy/Exam-Hackathon-ML</a:t>
            </a:r>
            <a:endParaRPr dirty="0"/>
          </a:p>
        </p:txBody>
      </p:sp>
      <p:grpSp>
        <p:nvGrpSpPr>
          <p:cNvPr id="302" name="Google Shape;302;p42"/>
          <p:cNvGrpSpPr/>
          <p:nvPr/>
        </p:nvGrpSpPr>
        <p:grpSpPr>
          <a:xfrm>
            <a:off x="3256200" y="2278725"/>
            <a:ext cx="2645325" cy="114325"/>
            <a:chOff x="5280500" y="3106700"/>
            <a:chExt cx="2645325" cy="114325"/>
          </a:xfrm>
        </p:grpSpPr>
        <p:sp>
          <p:nvSpPr>
            <p:cNvPr id="303" name="Google Shape;303;p42"/>
            <p:cNvSpPr/>
            <p:nvPr/>
          </p:nvSpPr>
          <p:spPr>
            <a:xfrm>
              <a:off x="5280500" y="3106725"/>
              <a:ext cx="24711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 name="Google Shape;304;p42"/>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2" name="Image 3">
            <a:extLst>
              <a:ext uri="{FF2B5EF4-FFF2-40B4-BE49-F238E27FC236}">
                <a16:creationId xmlns:a16="http://schemas.microsoft.com/office/drawing/2014/main" id="{BA102F65-0B66-5FD7-ED5B-47F0D3C8B1D3}"/>
              </a:ext>
            </a:extLst>
          </p:cNvPr>
          <p:cNvPicPr>
            <a:picLocks noChangeAspect="1"/>
          </p:cNvPicPr>
          <p:nvPr/>
        </p:nvPicPr>
        <p:blipFill>
          <a:blip r:embed="rId2" cstate="print">
            <a:extLst>
              <a:ext uri="{BEBA8EAE-BF5A-486C-A8C5-ECC9F3942E4B}">
                <a14:imgProps xmlns:a14="http://schemas.microsoft.com/office/drawing/2010/main">
                  <a14:imgLayer r:embed="rId3">
                    <a14:imgEffect>
                      <a14:backgroundRemoval t="5157" b="94619" l="7383" r="93289">
                        <a14:foregroundMark x1="42506" y1="47085" x2="41834" y2="46413"/>
                        <a14:foregroundMark x1="34452" y1="14798" x2="24609" y2="58296"/>
                        <a14:foregroundMark x1="24609" y1="58296" x2="47875" y2="90359"/>
                        <a14:foregroundMark x1="47875" y1="90359" x2="87919" y2="81839"/>
                        <a14:foregroundMark x1="87919" y1="81839" x2="82774" y2="39910"/>
                        <a14:foregroundMark x1="65896" y1="7749" x2="64653" y2="5381"/>
                        <a14:foregroundMark x1="82774" y1="39910" x2="71569" y2="18559"/>
                        <a14:foregroundMark x1="64653" y1="5381" x2="21587" y2="13172"/>
                        <a14:foregroundMark x1="9398" y1="44139" x2="7383" y2="50673"/>
                        <a14:foregroundMark x1="17943" y1="16431" x2="13336" y2="31368"/>
                        <a14:foregroundMark x1="7383" y1="50673" x2="7383" y2="51121"/>
                        <a14:foregroundMark x1="65128" y1="5192" x2="67338" y2="5157"/>
                        <a14:foregroundMark x1="38702" y1="5605" x2="64873" y2="5196"/>
                        <a14:foregroundMark x1="58166" y1="14798" x2="51902" y2="43274"/>
                        <a14:foregroundMark x1="55034" y1="19731" x2="49217" y2="41704"/>
                        <a14:foregroundMark x1="53691" y1="16143" x2="38479" y2="52691"/>
                        <a14:foregroundMark x1="38479" y1="52691" x2="47651" y2="53812"/>
                        <a14:foregroundMark x1="60403" y1="54484" x2="52573" y2="52242"/>
                        <a14:foregroundMark x1="48098" y1="51121" x2="38926" y2="61435"/>
                        <a14:foregroundMark x1="42729" y1="53587" x2="31767" y2="55381"/>
                        <a14:foregroundMark x1="46980" y1="64350" x2="49441" y2="65022"/>
                        <a14:foregroundMark x1="38926" y1="65471" x2="47651" y2="67713"/>
                        <a14:foregroundMark x1="47651" y1="67713" x2="47651" y2="67713"/>
                        <a14:foregroundMark x1="41387" y1="66592" x2="59508" y2="62108"/>
                        <a14:foregroundMark x1="67338" y1="55830" x2="55928" y2="67937"/>
                        <a14:foregroundMark x1="65996" y1="52466" x2="59060" y2="59641"/>
                        <a14:foregroundMark x1="62640" y1="41256" x2="68009" y2="60762"/>
                        <a14:foregroundMark x1="70022" y1="51794" x2="69575" y2="60314"/>
                        <a14:foregroundMark x1="66890" y1="32511" x2="60626" y2="43498"/>
                        <a14:foregroundMark x1="52796" y1="29596" x2="61074" y2="43274"/>
                        <a14:foregroundMark x1="27293" y1="37444" x2="24832" y2="47982"/>
                        <a14:foregroundMark x1="21477" y1="34753" x2="25503" y2="51570"/>
                        <a14:foregroundMark x1="20805" y1="47982" x2="23490" y2="51570"/>
                        <a14:foregroundMark x1="30872" y1="34305" x2="29978" y2="54933"/>
                        <a14:foregroundMark x1="39374" y1="33184" x2="37136" y2="47982"/>
                        <a14:foregroundMark x1="39597" y1="25785" x2="39597" y2="25785"/>
                        <a14:foregroundMark x1="43848" y1="25785" x2="46756" y2="25785"/>
                        <a14:foregroundMark x1="67785" y1="22646" x2="67785" y2="22646"/>
                        <a14:foregroundMark x1="65996" y1="22197" x2="65996" y2="22197"/>
                        <a14:foregroundMark x1="65548" y1="20179" x2="65548" y2="20179"/>
                        <a14:foregroundMark x1="65324" y1="19283" x2="65324" y2="19283"/>
                        <a14:foregroundMark x1="77405" y1="27354" x2="77405" y2="27354"/>
                        <a14:foregroundMark x1="79195" y1="28475" x2="79195" y2="28475"/>
                        <a14:foregroundMark x1="72707" y1="34753" x2="74273" y2="38117"/>
                        <a14:foregroundMark x1="76286" y1="38565" x2="76957" y2="39013"/>
                        <a14:foregroundMark x1="72036" y1="45964" x2="72036" y2="45964"/>
                        <a14:foregroundMark x1="71588" y1="47309" x2="71588" y2="47309"/>
                        <a14:foregroundMark x1="76957" y1="47085" x2="76957" y2="47085"/>
                        <a14:foregroundMark x1="66219" y1="46188" x2="66219" y2="46188"/>
                        <a14:foregroundMark x1="71365" y1="40807" x2="75839" y2="45516"/>
                        <a14:foregroundMark x1="30201" y1="92377" x2="37136" y2="94619"/>
                        <a14:foregroundMark x1="60850" y1="27578" x2="62640" y2="30269"/>
                        <a14:foregroundMark x1="67114" y1="39686" x2="68680" y2="42825"/>
                        <a14:foregroundMark x1="87919" y1="55605" x2="90157" y2="54709"/>
                        <a14:foregroundMark x1="90604" y1="60090" x2="93289" y2="78027"/>
                        <a14:backgroundMark x1="9843" y1="34753" x2="9843" y2="34753"/>
                        <a14:backgroundMark x1="9172" y1="30045" x2="11186" y2="39686"/>
                        <a14:backgroundMark x1="9620" y1="39910" x2="12528" y2="41704"/>
                        <a14:backgroundMark x1="2685" y1="43946" x2="3132" y2="48879"/>
                        <a14:backgroundMark x1="4027" y1="43946" x2="2685" y2="49103"/>
                        <a14:backgroundMark x1="20134" y1="13229" x2="20134" y2="13229"/>
                        <a14:backgroundMark x1="17450" y1="12556" x2="20358" y2="13453"/>
                        <a14:backgroundMark x1="14989" y1="12332" x2="21700" y2="13004"/>
                        <a14:backgroundMark x1="64877" y1="11883" x2="68680" y2="13229"/>
                        <a14:backgroundMark x1="68456" y1="13677" x2="72707" y2="16592"/>
                        <a14:backgroundMark x1="69351" y1="15022" x2="72707" y2="17489"/>
                        <a14:backgroundMark x1="68009" y1="14350" x2="72483" y2="15247"/>
                        <a14:backgroundMark x1="66443" y1="10090" x2="67785" y2="8744"/>
                        <a14:backgroundMark x1="66219" y1="8520" x2="66219" y2="8520"/>
                        <a14:backgroundMark x1="66219" y1="8520" x2="66890" y2="8969"/>
                        <a14:backgroundMark x1="65548" y1="9417" x2="68233" y2="8744"/>
                        <a14:backgroundMark x1="65548" y1="8296" x2="67114" y2="8296"/>
                        <a14:backgroundMark x1="66443" y1="8296" x2="65996" y2="7848"/>
                        <a14:backgroundMark x1="97315" y1="70179" x2="97092" y2="75336"/>
                        <a14:backgroundMark x1="95749" y1="73991" x2="96868" y2="76457"/>
                        <a14:backgroundMark x1="50783" y1="98655" x2="54139" y2="98655"/>
                        <a14:backgroundMark x1="59060" y1="99103" x2="52349" y2="96861"/>
                        <a14:backgroundMark x1="57718" y1="98206" x2="59955" y2="99327"/>
                        <a14:backgroundMark x1="55481" y1="98430" x2="58837" y2="98206"/>
                        <a14:backgroundMark x1="55257" y1="97758" x2="57718" y2="97758"/>
                        <a14:backgroundMark x1="95078" y1="58520" x2="95302" y2="60090"/>
                      </a14:backgroundRemoval>
                    </a14:imgEffect>
                  </a14:imgLayer>
                </a14:imgProps>
              </a:ext>
              <a:ext uri="{28A0092B-C50C-407E-A947-70E740481C1C}">
                <a14:useLocalDpi xmlns:a14="http://schemas.microsoft.com/office/drawing/2010/main" val="0"/>
              </a:ext>
            </a:extLst>
          </a:blip>
          <a:stretch>
            <a:fillRect/>
          </a:stretch>
        </p:blipFill>
        <p:spPr>
          <a:xfrm>
            <a:off x="120854" y="0"/>
            <a:ext cx="1029074" cy="1026772"/>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49"/>
        <p:cNvGrpSpPr/>
        <p:nvPr/>
      </p:nvGrpSpPr>
      <p:grpSpPr>
        <a:xfrm>
          <a:off x="0" y="0"/>
          <a:ext cx="0" cy="0"/>
          <a:chOff x="0" y="0"/>
          <a:chExt cx="0" cy="0"/>
        </a:xfrm>
      </p:grpSpPr>
      <p:sp>
        <p:nvSpPr>
          <p:cNvPr id="650" name="Google Shape;650;p64"/>
          <p:cNvSpPr txBox="1">
            <a:spLocks noGrp="1"/>
          </p:cNvSpPr>
          <p:nvPr>
            <p:ph type="subTitle" idx="1"/>
          </p:nvPr>
        </p:nvSpPr>
        <p:spPr>
          <a:xfrm>
            <a:off x="2642825" y="1883513"/>
            <a:ext cx="3852000" cy="1073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dirty="0"/>
              <a:t>Merci pour votre attention !</a:t>
            </a:r>
            <a:endParaRPr dirty="0"/>
          </a:p>
          <a:p>
            <a:pPr marL="0" lvl="0" indent="0" algn="ctr" rtl="0">
              <a:spcBef>
                <a:spcPts val="0"/>
              </a:spcBef>
              <a:spcAft>
                <a:spcPts val="0"/>
              </a:spcAft>
              <a:buClr>
                <a:schemeClr val="dk1"/>
              </a:buClr>
              <a:buSzPts val="1100"/>
              <a:buFont typeface="Arial"/>
              <a:buNone/>
            </a:pPr>
            <a:r>
              <a:rPr lang="en" dirty="0"/>
              <a:t>Groupe More Than Conqueror</a:t>
            </a:r>
            <a:endParaRPr dirty="0"/>
          </a:p>
          <a:p>
            <a:pPr marL="0" lvl="0" indent="0" algn="ctr" rtl="0">
              <a:spcBef>
                <a:spcPts val="0"/>
              </a:spcBef>
              <a:spcAft>
                <a:spcPts val="0"/>
              </a:spcAft>
              <a:buClr>
                <a:schemeClr val="dk1"/>
              </a:buClr>
              <a:buSzPts val="1100"/>
              <a:buFont typeface="Arial"/>
              <a:buNone/>
            </a:pPr>
            <a:r>
              <a:rPr lang="en" dirty="0"/>
              <a:t>IGGLIA4 — ISPM Madagascar</a:t>
            </a:r>
            <a:endParaRPr dirty="0"/>
          </a:p>
          <a:p>
            <a:pPr marL="0" lvl="0" indent="0" algn="ctr" rtl="0">
              <a:spcBef>
                <a:spcPts val="0"/>
              </a:spcBef>
              <a:spcAft>
                <a:spcPts val="0"/>
              </a:spcAft>
              <a:buNone/>
            </a:pPr>
            <a:r>
              <a:rPr lang="en" b="1" dirty="0"/>
              <a:t>Hackathon Machine Learning — Morpion IA</a:t>
            </a:r>
            <a:endParaRPr dirty="0"/>
          </a:p>
        </p:txBody>
      </p:sp>
      <p:sp>
        <p:nvSpPr>
          <p:cNvPr id="651" name="Google Shape;651;p64"/>
          <p:cNvSpPr txBox="1"/>
          <p:nvPr/>
        </p:nvSpPr>
        <p:spPr>
          <a:xfrm>
            <a:off x="2649100" y="3380125"/>
            <a:ext cx="3852000" cy="274800"/>
          </a:xfrm>
          <a:prstGeom prst="rect">
            <a:avLst/>
          </a:prstGeom>
          <a:noFill/>
          <a:ln>
            <a:noFill/>
          </a:ln>
        </p:spPr>
        <p:txBody>
          <a:bodyPr spcFirstLastPara="1" wrap="square" lIns="91425" tIns="91425" rIns="91425" bIns="91425" anchor="t" anchorCtr="0">
            <a:noAutofit/>
          </a:bodyPr>
          <a:lstStyle/>
          <a:p>
            <a:pPr marL="0" lvl="0" indent="0" algn="ctr" rtl="0">
              <a:lnSpc>
                <a:spcPct val="114000"/>
              </a:lnSpc>
              <a:spcBef>
                <a:spcPts val="0"/>
              </a:spcBef>
              <a:spcAft>
                <a:spcPts val="300"/>
              </a:spcAft>
              <a:buClr>
                <a:srgbClr val="000000"/>
              </a:buClr>
              <a:buSzPts val="1100"/>
              <a:buFont typeface="Arial"/>
              <a:buNone/>
            </a:pPr>
            <a:r>
              <a:rPr lang="en" sz="1200" b="1" dirty="0">
                <a:solidFill>
                  <a:schemeClr val="dk1"/>
                </a:solidFill>
                <a:latin typeface="Work Sans"/>
                <a:ea typeface="Work Sans"/>
                <a:cs typeface="Work Sans"/>
                <a:sym typeface="Work Sans"/>
              </a:rPr>
              <a:t>Please keep this slide for attribution</a:t>
            </a:r>
            <a:endParaRPr sz="1200" b="1" dirty="0">
              <a:solidFill>
                <a:schemeClr val="dk1"/>
              </a:solidFill>
              <a:latin typeface="Work Sans"/>
              <a:ea typeface="Work Sans"/>
              <a:cs typeface="Work Sans"/>
              <a:sym typeface="Work Sans"/>
            </a:endParaRPr>
          </a:p>
        </p:txBody>
      </p:sp>
      <p:grpSp>
        <p:nvGrpSpPr>
          <p:cNvPr id="652" name="Google Shape;652;p64"/>
          <p:cNvGrpSpPr/>
          <p:nvPr/>
        </p:nvGrpSpPr>
        <p:grpSpPr>
          <a:xfrm>
            <a:off x="4054977" y="3019851"/>
            <a:ext cx="1027628" cy="274781"/>
            <a:chOff x="4051877" y="3387914"/>
            <a:chExt cx="1027628" cy="274781"/>
          </a:xfrm>
        </p:grpSpPr>
        <p:grpSp>
          <p:nvGrpSpPr>
            <p:cNvPr id="653" name="Google Shape;653;p64"/>
            <p:cNvGrpSpPr/>
            <p:nvPr/>
          </p:nvGrpSpPr>
          <p:grpSpPr>
            <a:xfrm>
              <a:off x="4804725" y="3387914"/>
              <a:ext cx="274780" cy="274780"/>
              <a:chOff x="1379798" y="1723250"/>
              <a:chExt cx="397887" cy="397887"/>
            </a:xfrm>
          </p:grpSpPr>
          <p:sp>
            <p:nvSpPr>
              <p:cNvPr id="654" name="Google Shape;654;p64"/>
              <p:cNvSpPr/>
              <p:nvPr/>
            </p:nvSpPr>
            <p:spPr>
              <a:xfrm>
                <a:off x="1462169" y="1793977"/>
                <a:ext cx="23354" cy="23312"/>
              </a:xfrm>
              <a:custGeom>
                <a:avLst/>
                <a:gdLst/>
                <a:ahLst/>
                <a:cxnLst/>
                <a:rect l="l" t="t" r="r" b="b"/>
                <a:pathLst>
                  <a:path w="1119" h="1117" extrusionOk="0">
                    <a:moveTo>
                      <a:pt x="559" y="1"/>
                    </a:moveTo>
                    <a:cubicBezTo>
                      <a:pt x="251" y="1"/>
                      <a:pt x="0" y="250"/>
                      <a:pt x="0" y="558"/>
                    </a:cubicBezTo>
                    <a:cubicBezTo>
                      <a:pt x="0" y="866"/>
                      <a:pt x="251" y="1117"/>
                      <a:pt x="559" y="1117"/>
                    </a:cubicBezTo>
                    <a:cubicBezTo>
                      <a:pt x="867" y="1117"/>
                      <a:pt x="1118" y="866"/>
                      <a:pt x="1118" y="558"/>
                    </a:cubicBezTo>
                    <a:cubicBezTo>
                      <a:pt x="1118" y="250"/>
                      <a:pt x="867" y="1"/>
                      <a:pt x="55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655" name="Google Shape;655;p64"/>
              <p:cNvSpPr/>
              <p:nvPr/>
            </p:nvSpPr>
            <p:spPr>
              <a:xfrm>
                <a:off x="1379798" y="1723250"/>
                <a:ext cx="397887" cy="397887"/>
              </a:xfrm>
              <a:custGeom>
                <a:avLst/>
                <a:gdLst/>
                <a:ahLst/>
                <a:cxnLst/>
                <a:rect l="l" t="t" r="r" b="b"/>
                <a:pathLst>
                  <a:path w="19065" h="19065" extrusionOk="0">
                    <a:moveTo>
                      <a:pt x="4506" y="2271"/>
                    </a:moveTo>
                    <a:cubicBezTo>
                      <a:pt x="5429" y="2271"/>
                      <a:pt x="6181" y="3023"/>
                      <a:pt x="6181" y="3947"/>
                    </a:cubicBezTo>
                    <a:cubicBezTo>
                      <a:pt x="6181" y="4872"/>
                      <a:pt x="5429" y="5622"/>
                      <a:pt x="4506" y="5622"/>
                    </a:cubicBezTo>
                    <a:cubicBezTo>
                      <a:pt x="3583" y="5622"/>
                      <a:pt x="2831" y="4872"/>
                      <a:pt x="2831" y="3947"/>
                    </a:cubicBezTo>
                    <a:cubicBezTo>
                      <a:pt x="2831" y="3023"/>
                      <a:pt x="3583" y="2271"/>
                      <a:pt x="4506" y="2271"/>
                    </a:cubicBezTo>
                    <a:close/>
                    <a:moveTo>
                      <a:pt x="5622" y="6740"/>
                    </a:moveTo>
                    <a:cubicBezTo>
                      <a:pt x="5932" y="6740"/>
                      <a:pt x="6181" y="6989"/>
                      <a:pt x="6181" y="7299"/>
                    </a:cubicBezTo>
                    <a:lnTo>
                      <a:pt x="6181" y="16234"/>
                    </a:lnTo>
                    <a:cubicBezTo>
                      <a:pt x="6181" y="16544"/>
                      <a:pt x="5932" y="16793"/>
                      <a:pt x="5622" y="16793"/>
                    </a:cubicBezTo>
                    <a:lnTo>
                      <a:pt x="3388" y="16793"/>
                    </a:lnTo>
                    <a:cubicBezTo>
                      <a:pt x="3080" y="16793"/>
                      <a:pt x="2831" y="16544"/>
                      <a:pt x="2831" y="16234"/>
                    </a:cubicBezTo>
                    <a:lnTo>
                      <a:pt x="2831" y="7299"/>
                    </a:lnTo>
                    <a:cubicBezTo>
                      <a:pt x="2831" y="6989"/>
                      <a:pt x="3080" y="6740"/>
                      <a:pt x="3388" y="6740"/>
                    </a:cubicBezTo>
                    <a:close/>
                    <a:moveTo>
                      <a:pt x="12596" y="6721"/>
                    </a:moveTo>
                    <a:cubicBezTo>
                      <a:pt x="12811" y="6721"/>
                      <a:pt x="13027" y="6739"/>
                      <a:pt x="13241" y="6774"/>
                    </a:cubicBezTo>
                    <a:cubicBezTo>
                      <a:pt x="15058" y="7069"/>
                      <a:pt x="16235" y="8557"/>
                      <a:pt x="16235" y="10223"/>
                    </a:cubicBezTo>
                    <a:lnTo>
                      <a:pt x="16235" y="16234"/>
                    </a:lnTo>
                    <a:cubicBezTo>
                      <a:pt x="16235" y="16544"/>
                      <a:pt x="15985" y="16793"/>
                      <a:pt x="15676" y="16793"/>
                    </a:cubicBezTo>
                    <a:lnTo>
                      <a:pt x="13441" y="16793"/>
                    </a:lnTo>
                    <a:cubicBezTo>
                      <a:pt x="13133" y="16793"/>
                      <a:pt x="12884" y="16544"/>
                      <a:pt x="12884" y="16234"/>
                    </a:cubicBezTo>
                    <a:lnTo>
                      <a:pt x="12884" y="11209"/>
                    </a:lnTo>
                    <a:cubicBezTo>
                      <a:pt x="12884" y="10593"/>
                      <a:pt x="12382" y="10091"/>
                      <a:pt x="11766" y="10091"/>
                    </a:cubicBezTo>
                    <a:cubicBezTo>
                      <a:pt x="11150" y="10091"/>
                      <a:pt x="10650" y="10593"/>
                      <a:pt x="10650" y="11209"/>
                    </a:cubicBezTo>
                    <a:lnTo>
                      <a:pt x="10650" y="16234"/>
                    </a:lnTo>
                    <a:cubicBezTo>
                      <a:pt x="10650" y="16544"/>
                      <a:pt x="10399" y="16793"/>
                      <a:pt x="10091" y="16793"/>
                    </a:cubicBezTo>
                    <a:lnTo>
                      <a:pt x="7857" y="16793"/>
                    </a:lnTo>
                    <a:cubicBezTo>
                      <a:pt x="7547" y="16793"/>
                      <a:pt x="7298" y="16544"/>
                      <a:pt x="7298" y="16234"/>
                    </a:cubicBezTo>
                    <a:lnTo>
                      <a:pt x="7298" y="7299"/>
                    </a:lnTo>
                    <a:cubicBezTo>
                      <a:pt x="7298" y="6989"/>
                      <a:pt x="7547" y="6740"/>
                      <a:pt x="7857" y="6740"/>
                    </a:cubicBezTo>
                    <a:lnTo>
                      <a:pt x="10091" y="6740"/>
                    </a:lnTo>
                    <a:cubicBezTo>
                      <a:pt x="10377" y="6740"/>
                      <a:pt x="10613" y="6956"/>
                      <a:pt x="10644" y="7234"/>
                    </a:cubicBezTo>
                    <a:cubicBezTo>
                      <a:pt x="11219" y="6901"/>
                      <a:pt x="11901" y="6721"/>
                      <a:pt x="12596" y="6721"/>
                    </a:cubicBezTo>
                    <a:close/>
                    <a:moveTo>
                      <a:pt x="2831" y="0"/>
                    </a:moveTo>
                    <a:cubicBezTo>
                      <a:pt x="1290" y="0"/>
                      <a:pt x="0" y="1290"/>
                      <a:pt x="0" y="2831"/>
                    </a:cubicBezTo>
                    <a:lnTo>
                      <a:pt x="0" y="16234"/>
                    </a:lnTo>
                    <a:cubicBezTo>
                      <a:pt x="0" y="17775"/>
                      <a:pt x="1290" y="19065"/>
                      <a:pt x="2831" y="19065"/>
                    </a:cubicBezTo>
                    <a:lnTo>
                      <a:pt x="16235" y="19065"/>
                    </a:lnTo>
                    <a:cubicBezTo>
                      <a:pt x="17774" y="19065"/>
                      <a:pt x="19065" y="17775"/>
                      <a:pt x="19065" y="16234"/>
                    </a:cubicBezTo>
                    <a:lnTo>
                      <a:pt x="19065" y="2831"/>
                    </a:lnTo>
                    <a:cubicBezTo>
                      <a:pt x="19065" y="1290"/>
                      <a:pt x="17774" y="0"/>
                      <a:pt x="1623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656" name="Google Shape;656;p64"/>
              <p:cNvSpPr/>
              <p:nvPr/>
            </p:nvSpPr>
            <p:spPr>
              <a:xfrm>
                <a:off x="1555413" y="1886846"/>
                <a:ext cx="139912" cy="163558"/>
              </a:xfrm>
              <a:custGeom>
                <a:avLst/>
                <a:gdLst/>
                <a:ahLst/>
                <a:cxnLst/>
                <a:rect l="l" t="t" r="r" b="b"/>
                <a:pathLst>
                  <a:path w="6704" h="7837" extrusionOk="0">
                    <a:moveTo>
                      <a:pt x="4182" y="0"/>
                    </a:moveTo>
                    <a:cubicBezTo>
                      <a:pt x="3474" y="0"/>
                      <a:pt x="2782" y="261"/>
                      <a:pt x="2332" y="711"/>
                    </a:cubicBezTo>
                    <a:cubicBezTo>
                      <a:pt x="2108" y="935"/>
                      <a:pt x="1938" y="1142"/>
                      <a:pt x="1686" y="1142"/>
                    </a:cubicBezTo>
                    <a:cubicBezTo>
                      <a:pt x="1618" y="1142"/>
                      <a:pt x="1544" y="1127"/>
                      <a:pt x="1462" y="1093"/>
                    </a:cubicBezTo>
                    <a:cubicBezTo>
                      <a:pt x="1253" y="1006"/>
                      <a:pt x="1117" y="803"/>
                      <a:pt x="1117" y="576"/>
                    </a:cubicBezTo>
                    <a:lnTo>
                      <a:pt x="1117" y="17"/>
                    </a:lnTo>
                    <a:lnTo>
                      <a:pt x="1" y="17"/>
                    </a:lnTo>
                    <a:lnTo>
                      <a:pt x="1" y="7836"/>
                    </a:lnTo>
                    <a:lnTo>
                      <a:pt x="1117" y="7836"/>
                    </a:lnTo>
                    <a:lnTo>
                      <a:pt x="1117" y="3370"/>
                    </a:lnTo>
                    <a:cubicBezTo>
                      <a:pt x="1117" y="2137"/>
                      <a:pt x="2120" y="1135"/>
                      <a:pt x="3351" y="1135"/>
                    </a:cubicBezTo>
                    <a:cubicBezTo>
                      <a:pt x="4584" y="1135"/>
                      <a:pt x="5585" y="2137"/>
                      <a:pt x="5585" y="3370"/>
                    </a:cubicBezTo>
                    <a:lnTo>
                      <a:pt x="5585" y="7836"/>
                    </a:lnTo>
                    <a:lnTo>
                      <a:pt x="6703" y="7836"/>
                    </a:lnTo>
                    <a:lnTo>
                      <a:pt x="6703" y="2384"/>
                    </a:lnTo>
                    <a:cubicBezTo>
                      <a:pt x="6703" y="1266"/>
                      <a:pt x="5932" y="245"/>
                      <a:pt x="4648" y="38"/>
                    </a:cubicBezTo>
                    <a:cubicBezTo>
                      <a:pt x="4493" y="13"/>
                      <a:pt x="4337" y="0"/>
                      <a:pt x="418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657" name="Google Shape;657;p64"/>
              <p:cNvSpPr/>
              <p:nvPr/>
            </p:nvSpPr>
            <p:spPr>
              <a:xfrm>
                <a:off x="1462169" y="1887200"/>
                <a:ext cx="23354" cy="163203"/>
              </a:xfrm>
              <a:custGeom>
                <a:avLst/>
                <a:gdLst/>
                <a:ahLst/>
                <a:cxnLst/>
                <a:rect l="l" t="t" r="r" b="b"/>
                <a:pathLst>
                  <a:path w="1119" h="7820" extrusionOk="0">
                    <a:moveTo>
                      <a:pt x="0" y="0"/>
                    </a:moveTo>
                    <a:lnTo>
                      <a:pt x="0" y="7819"/>
                    </a:lnTo>
                    <a:lnTo>
                      <a:pt x="1118" y="7819"/>
                    </a:lnTo>
                    <a:lnTo>
                      <a:pt x="111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grpSp>
        <p:grpSp>
          <p:nvGrpSpPr>
            <p:cNvPr id="658" name="Google Shape;658;p64"/>
            <p:cNvGrpSpPr/>
            <p:nvPr/>
          </p:nvGrpSpPr>
          <p:grpSpPr>
            <a:xfrm>
              <a:off x="4051877" y="3387914"/>
              <a:ext cx="274795" cy="274780"/>
              <a:chOff x="266768" y="1721375"/>
              <a:chExt cx="397907" cy="397887"/>
            </a:xfrm>
          </p:grpSpPr>
          <p:sp>
            <p:nvSpPr>
              <p:cNvPr id="659" name="Google Shape;659;p64"/>
              <p:cNvSpPr/>
              <p:nvPr/>
            </p:nvSpPr>
            <p:spPr>
              <a:xfrm>
                <a:off x="454843" y="1791037"/>
                <a:ext cx="136218" cy="328222"/>
              </a:xfrm>
              <a:custGeom>
                <a:avLst/>
                <a:gdLst/>
                <a:ahLst/>
                <a:cxnLst/>
                <a:rect l="l" t="t" r="r" b="b"/>
                <a:pathLst>
                  <a:path w="6527" h="15727" extrusionOk="0">
                    <a:moveTo>
                      <a:pt x="4957" y="1"/>
                    </a:moveTo>
                    <a:cubicBezTo>
                      <a:pt x="4645" y="1"/>
                      <a:pt x="4336" y="24"/>
                      <a:pt x="4028" y="69"/>
                    </a:cubicBezTo>
                    <a:cubicBezTo>
                      <a:pt x="2588" y="280"/>
                      <a:pt x="1700" y="890"/>
                      <a:pt x="1675" y="2250"/>
                    </a:cubicBezTo>
                    <a:lnTo>
                      <a:pt x="1675" y="5040"/>
                    </a:lnTo>
                    <a:cubicBezTo>
                      <a:pt x="1675" y="5348"/>
                      <a:pt x="1426" y="5599"/>
                      <a:pt x="1118" y="5599"/>
                    </a:cubicBezTo>
                    <a:lnTo>
                      <a:pt x="0" y="5599"/>
                    </a:lnTo>
                    <a:lnTo>
                      <a:pt x="0" y="6715"/>
                    </a:lnTo>
                    <a:lnTo>
                      <a:pt x="1118" y="6715"/>
                    </a:lnTo>
                    <a:cubicBezTo>
                      <a:pt x="1426" y="6715"/>
                      <a:pt x="1675" y="6965"/>
                      <a:pt x="1675" y="7274"/>
                    </a:cubicBezTo>
                    <a:lnTo>
                      <a:pt x="1675" y="15727"/>
                    </a:lnTo>
                    <a:lnTo>
                      <a:pt x="3352" y="15727"/>
                    </a:lnTo>
                    <a:lnTo>
                      <a:pt x="3352" y="7274"/>
                    </a:lnTo>
                    <a:cubicBezTo>
                      <a:pt x="3352" y="6965"/>
                      <a:pt x="3602" y="6715"/>
                      <a:pt x="3910" y="6715"/>
                    </a:cubicBezTo>
                    <a:lnTo>
                      <a:pt x="5709" y="6715"/>
                    </a:lnTo>
                    <a:lnTo>
                      <a:pt x="5987" y="5599"/>
                    </a:lnTo>
                    <a:lnTo>
                      <a:pt x="3910" y="5599"/>
                    </a:lnTo>
                    <a:cubicBezTo>
                      <a:pt x="3602" y="5599"/>
                      <a:pt x="3352" y="5348"/>
                      <a:pt x="3352" y="5040"/>
                    </a:cubicBezTo>
                    <a:lnTo>
                      <a:pt x="3352" y="3253"/>
                    </a:lnTo>
                    <a:cubicBezTo>
                      <a:pt x="3352" y="2316"/>
                      <a:pt x="3942" y="1677"/>
                      <a:pt x="4968" y="1504"/>
                    </a:cubicBezTo>
                    <a:cubicBezTo>
                      <a:pt x="5157" y="1473"/>
                      <a:pt x="5339" y="1460"/>
                      <a:pt x="5511" y="1460"/>
                    </a:cubicBezTo>
                    <a:cubicBezTo>
                      <a:pt x="5810" y="1460"/>
                      <a:pt x="6082" y="1498"/>
                      <a:pt x="6324" y="1546"/>
                    </a:cubicBezTo>
                    <a:lnTo>
                      <a:pt x="6526" y="182"/>
                    </a:lnTo>
                    <a:cubicBezTo>
                      <a:pt x="5988" y="62"/>
                      <a:pt x="5468" y="1"/>
                      <a:pt x="495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660" name="Google Shape;660;p64"/>
              <p:cNvSpPr/>
              <p:nvPr/>
            </p:nvSpPr>
            <p:spPr>
              <a:xfrm>
                <a:off x="266768" y="1721375"/>
                <a:ext cx="397907" cy="397887"/>
              </a:xfrm>
              <a:custGeom>
                <a:avLst/>
                <a:gdLst/>
                <a:ahLst/>
                <a:cxnLst/>
                <a:rect l="l" t="t" r="r" b="b"/>
                <a:pathLst>
                  <a:path w="19066" h="19065" extrusionOk="0">
                    <a:moveTo>
                      <a:pt x="2794" y="0"/>
                    </a:moveTo>
                    <a:cubicBezTo>
                      <a:pt x="1255" y="0"/>
                      <a:pt x="1" y="1253"/>
                      <a:pt x="1" y="2793"/>
                    </a:cubicBezTo>
                    <a:lnTo>
                      <a:pt x="1" y="16271"/>
                    </a:lnTo>
                    <a:cubicBezTo>
                      <a:pt x="1" y="17812"/>
                      <a:pt x="1255" y="19065"/>
                      <a:pt x="2794" y="19065"/>
                    </a:cubicBezTo>
                    <a:lnTo>
                      <a:pt x="9571" y="19065"/>
                    </a:lnTo>
                    <a:lnTo>
                      <a:pt x="9571" y="11171"/>
                    </a:lnTo>
                    <a:lnTo>
                      <a:pt x="8453" y="11171"/>
                    </a:lnTo>
                    <a:cubicBezTo>
                      <a:pt x="8145" y="11171"/>
                      <a:pt x="7896" y="10920"/>
                      <a:pt x="7896" y="10612"/>
                    </a:cubicBezTo>
                    <a:lnTo>
                      <a:pt x="7896" y="8378"/>
                    </a:lnTo>
                    <a:cubicBezTo>
                      <a:pt x="7896" y="8070"/>
                      <a:pt x="8145" y="7819"/>
                      <a:pt x="8453" y="7819"/>
                    </a:cubicBezTo>
                    <a:lnTo>
                      <a:pt x="9571" y="7819"/>
                    </a:lnTo>
                    <a:lnTo>
                      <a:pt x="9571" y="5836"/>
                    </a:lnTo>
                    <a:cubicBezTo>
                      <a:pt x="9571" y="3710"/>
                      <a:pt x="10741" y="2615"/>
                      <a:pt x="12878" y="2302"/>
                    </a:cubicBezTo>
                    <a:cubicBezTo>
                      <a:pt x="13231" y="2249"/>
                      <a:pt x="13591" y="2223"/>
                      <a:pt x="13956" y="2223"/>
                    </a:cubicBezTo>
                    <a:cubicBezTo>
                      <a:pt x="14725" y="2223"/>
                      <a:pt x="15517" y="2339"/>
                      <a:pt x="16318" y="2567"/>
                    </a:cubicBezTo>
                    <a:cubicBezTo>
                      <a:pt x="16589" y="2643"/>
                      <a:pt x="16759" y="2908"/>
                      <a:pt x="16718" y="3186"/>
                    </a:cubicBezTo>
                    <a:lnTo>
                      <a:pt x="16352" y="5650"/>
                    </a:lnTo>
                    <a:cubicBezTo>
                      <a:pt x="16329" y="5806"/>
                      <a:pt x="16240" y="5944"/>
                      <a:pt x="16111" y="6031"/>
                    </a:cubicBezTo>
                    <a:cubicBezTo>
                      <a:pt x="16006" y="6102"/>
                      <a:pt x="15912" y="6127"/>
                      <a:pt x="15818" y="6127"/>
                    </a:cubicBezTo>
                    <a:cubicBezTo>
                      <a:pt x="15717" y="6127"/>
                      <a:pt x="15614" y="6098"/>
                      <a:pt x="15494" y="6068"/>
                    </a:cubicBezTo>
                    <a:cubicBezTo>
                      <a:pt x="15202" y="5995"/>
                      <a:pt x="14879" y="5914"/>
                      <a:pt x="14527" y="5914"/>
                    </a:cubicBezTo>
                    <a:cubicBezTo>
                      <a:pt x="14409" y="5914"/>
                      <a:pt x="14289" y="5923"/>
                      <a:pt x="14165" y="5944"/>
                    </a:cubicBezTo>
                    <a:cubicBezTo>
                      <a:pt x="13534" y="6050"/>
                      <a:pt x="13481" y="6333"/>
                      <a:pt x="13481" y="6590"/>
                    </a:cubicBezTo>
                    <a:lnTo>
                      <a:pt x="13481" y="7819"/>
                    </a:lnTo>
                    <a:lnTo>
                      <a:pt x="15715" y="7819"/>
                    </a:lnTo>
                    <a:cubicBezTo>
                      <a:pt x="15887" y="7819"/>
                      <a:pt x="16048" y="7899"/>
                      <a:pt x="16154" y="8035"/>
                    </a:cubicBezTo>
                    <a:cubicBezTo>
                      <a:pt x="16260" y="8169"/>
                      <a:pt x="16297" y="8346"/>
                      <a:pt x="16256" y="8513"/>
                    </a:cubicBezTo>
                    <a:lnTo>
                      <a:pt x="15697" y="10747"/>
                    </a:lnTo>
                    <a:cubicBezTo>
                      <a:pt x="15635" y="10996"/>
                      <a:pt x="15412" y="11170"/>
                      <a:pt x="15156" y="11170"/>
                    </a:cubicBezTo>
                    <a:lnTo>
                      <a:pt x="13481" y="11170"/>
                    </a:lnTo>
                    <a:lnTo>
                      <a:pt x="13481" y="19065"/>
                    </a:lnTo>
                    <a:lnTo>
                      <a:pt x="16272" y="19065"/>
                    </a:lnTo>
                    <a:cubicBezTo>
                      <a:pt x="17813" y="19065"/>
                      <a:pt x="19066" y="17810"/>
                      <a:pt x="19066" y="16271"/>
                    </a:cubicBezTo>
                    <a:lnTo>
                      <a:pt x="19066" y="2793"/>
                    </a:lnTo>
                    <a:cubicBezTo>
                      <a:pt x="19066" y="1253"/>
                      <a:pt x="17813" y="0"/>
                      <a:pt x="1627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grpSp>
        <p:grpSp>
          <p:nvGrpSpPr>
            <p:cNvPr id="661" name="Google Shape;661;p64"/>
            <p:cNvGrpSpPr/>
            <p:nvPr/>
          </p:nvGrpSpPr>
          <p:grpSpPr>
            <a:xfrm>
              <a:off x="4428314" y="3387914"/>
              <a:ext cx="274766" cy="274780"/>
              <a:chOff x="864491" y="1723250"/>
              <a:chExt cx="397866" cy="397887"/>
            </a:xfrm>
          </p:grpSpPr>
          <p:sp>
            <p:nvSpPr>
              <p:cNvPr id="662" name="Google Shape;662;p64"/>
              <p:cNvSpPr/>
              <p:nvPr/>
            </p:nvSpPr>
            <p:spPr>
              <a:xfrm>
                <a:off x="935197" y="1793977"/>
                <a:ext cx="256451" cy="256430"/>
              </a:xfrm>
              <a:custGeom>
                <a:avLst/>
                <a:gdLst/>
                <a:ahLst/>
                <a:cxnLst/>
                <a:rect l="l" t="t" r="r" b="b"/>
                <a:pathLst>
                  <a:path w="12288" h="12287" extrusionOk="0">
                    <a:moveTo>
                      <a:pt x="10053" y="1117"/>
                    </a:moveTo>
                    <a:cubicBezTo>
                      <a:pt x="10669" y="1117"/>
                      <a:pt x="11171" y="1617"/>
                      <a:pt x="11171" y="2233"/>
                    </a:cubicBezTo>
                    <a:cubicBezTo>
                      <a:pt x="11170" y="2850"/>
                      <a:pt x="10669" y="3351"/>
                      <a:pt x="10053" y="3351"/>
                    </a:cubicBezTo>
                    <a:cubicBezTo>
                      <a:pt x="9438" y="3351"/>
                      <a:pt x="8937" y="2850"/>
                      <a:pt x="8937" y="2233"/>
                    </a:cubicBezTo>
                    <a:cubicBezTo>
                      <a:pt x="8937" y="1617"/>
                      <a:pt x="9438" y="1117"/>
                      <a:pt x="10053" y="1117"/>
                    </a:cubicBezTo>
                    <a:close/>
                    <a:moveTo>
                      <a:pt x="6144" y="2233"/>
                    </a:moveTo>
                    <a:cubicBezTo>
                      <a:pt x="8300" y="2233"/>
                      <a:pt x="10053" y="3988"/>
                      <a:pt x="10053" y="6144"/>
                    </a:cubicBezTo>
                    <a:cubicBezTo>
                      <a:pt x="10053" y="8299"/>
                      <a:pt x="8300" y="10054"/>
                      <a:pt x="6144" y="10054"/>
                    </a:cubicBezTo>
                    <a:cubicBezTo>
                      <a:pt x="3989" y="10054"/>
                      <a:pt x="2234" y="8299"/>
                      <a:pt x="2234" y="6144"/>
                    </a:cubicBezTo>
                    <a:cubicBezTo>
                      <a:pt x="2234" y="3988"/>
                      <a:pt x="3987" y="2233"/>
                      <a:pt x="6144" y="2233"/>
                    </a:cubicBezTo>
                    <a:close/>
                    <a:moveTo>
                      <a:pt x="1675" y="1"/>
                    </a:moveTo>
                    <a:cubicBezTo>
                      <a:pt x="752" y="1"/>
                      <a:pt x="0" y="751"/>
                      <a:pt x="0" y="1676"/>
                    </a:cubicBezTo>
                    <a:lnTo>
                      <a:pt x="0" y="10611"/>
                    </a:lnTo>
                    <a:cubicBezTo>
                      <a:pt x="0" y="11536"/>
                      <a:pt x="752" y="12286"/>
                      <a:pt x="1675" y="12286"/>
                    </a:cubicBezTo>
                    <a:lnTo>
                      <a:pt x="10612" y="12286"/>
                    </a:lnTo>
                    <a:cubicBezTo>
                      <a:pt x="11536" y="12286"/>
                      <a:pt x="12288" y="11536"/>
                      <a:pt x="12288" y="10611"/>
                    </a:cubicBezTo>
                    <a:lnTo>
                      <a:pt x="12288" y="1676"/>
                    </a:lnTo>
                    <a:cubicBezTo>
                      <a:pt x="12288" y="752"/>
                      <a:pt x="11536" y="1"/>
                      <a:pt x="1061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663" name="Google Shape;663;p64"/>
              <p:cNvSpPr/>
              <p:nvPr/>
            </p:nvSpPr>
            <p:spPr>
              <a:xfrm>
                <a:off x="1005109" y="1863910"/>
                <a:ext cx="116622" cy="116559"/>
              </a:xfrm>
              <a:custGeom>
                <a:avLst/>
                <a:gdLst/>
                <a:ahLst/>
                <a:cxnLst/>
                <a:rect l="l" t="t" r="r" b="b"/>
                <a:pathLst>
                  <a:path w="5588" h="5585" extrusionOk="0">
                    <a:moveTo>
                      <a:pt x="2794" y="0"/>
                    </a:moveTo>
                    <a:cubicBezTo>
                      <a:pt x="1255" y="0"/>
                      <a:pt x="1" y="1252"/>
                      <a:pt x="1" y="2793"/>
                    </a:cubicBezTo>
                    <a:cubicBezTo>
                      <a:pt x="1" y="4332"/>
                      <a:pt x="1255" y="5585"/>
                      <a:pt x="2794" y="5585"/>
                    </a:cubicBezTo>
                    <a:cubicBezTo>
                      <a:pt x="4333" y="5585"/>
                      <a:pt x="5587" y="4332"/>
                      <a:pt x="5587" y="2793"/>
                    </a:cubicBezTo>
                    <a:cubicBezTo>
                      <a:pt x="5587" y="1252"/>
                      <a:pt x="4333" y="0"/>
                      <a:pt x="279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664" name="Google Shape;664;p64"/>
              <p:cNvSpPr/>
              <p:nvPr/>
            </p:nvSpPr>
            <p:spPr>
              <a:xfrm>
                <a:off x="864491" y="1723250"/>
                <a:ext cx="397866" cy="397887"/>
              </a:xfrm>
              <a:custGeom>
                <a:avLst/>
                <a:gdLst/>
                <a:ahLst/>
                <a:cxnLst/>
                <a:rect l="l" t="t" r="r" b="b"/>
                <a:pathLst>
                  <a:path w="19064" h="19065" extrusionOk="0">
                    <a:moveTo>
                      <a:pt x="14000" y="2271"/>
                    </a:moveTo>
                    <a:cubicBezTo>
                      <a:pt x="15539" y="2271"/>
                      <a:pt x="16794" y="3524"/>
                      <a:pt x="16794" y="5065"/>
                    </a:cubicBezTo>
                    <a:lnTo>
                      <a:pt x="16794" y="14000"/>
                    </a:lnTo>
                    <a:cubicBezTo>
                      <a:pt x="16794" y="15541"/>
                      <a:pt x="15539" y="16793"/>
                      <a:pt x="14000" y="16793"/>
                    </a:cubicBezTo>
                    <a:lnTo>
                      <a:pt x="5063" y="16793"/>
                    </a:lnTo>
                    <a:cubicBezTo>
                      <a:pt x="3524" y="16793"/>
                      <a:pt x="2272" y="15541"/>
                      <a:pt x="2272" y="14000"/>
                    </a:cubicBezTo>
                    <a:lnTo>
                      <a:pt x="2272" y="5065"/>
                    </a:lnTo>
                    <a:cubicBezTo>
                      <a:pt x="2272" y="3524"/>
                      <a:pt x="3524" y="2271"/>
                      <a:pt x="5063" y="2271"/>
                    </a:cubicBezTo>
                    <a:close/>
                    <a:moveTo>
                      <a:pt x="2829" y="0"/>
                    </a:moveTo>
                    <a:cubicBezTo>
                      <a:pt x="1290" y="0"/>
                      <a:pt x="0" y="1290"/>
                      <a:pt x="0" y="2831"/>
                    </a:cubicBezTo>
                    <a:lnTo>
                      <a:pt x="0" y="16234"/>
                    </a:lnTo>
                    <a:cubicBezTo>
                      <a:pt x="0" y="17775"/>
                      <a:pt x="1290" y="19065"/>
                      <a:pt x="2829" y="19065"/>
                    </a:cubicBezTo>
                    <a:lnTo>
                      <a:pt x="16235" y="19065"/>
                    </a:lnTo>
                    <a:cubicBezTo>
                      <a:pt x="17774" y="19065"/>
                      <a:pt x="19063" y="17775"/>
                      <a:pt x="19063" y="16234"/>
                    </a:cubicBezTo>
                    <a:lnTo>
                      <a:pt x="19063" y="2831"/>
                    </a:lnTo>
                    <a:cubicBezTo>
                      <a:pt x="19063" y="1290"/>
                      <a:pt x="17774" y="0"/>
                      <a:pt x="1623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grpSp>
      </p:grpSp>
      <p:sp>
        <p:nvSpPr>
          <p:cNvPr id="665" name="Google Shape;665;p64"/>
          <p:cNvSpPr txBox="1">
            <a:spLocks noGrp="1"/>
          </p:cNvSpPr>
          <p:nvPr>
            <p:ph type="ctrTitle"/>
          </p:nvPr>
        </p:nvSpPr>
        <p:spPr>
          <a:xfrm flipH="1">
            <a:off x="2649175" y="760750"/>
            <a:ext cx="3852000" cy="9756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Thanks!</a:t>
            </a:r>
            <a:endParaRPr/>
          </a:p>
        </p:txBody>
      </p:sp>
      <p:grpSp>
        <p:nvGrpSpPr>
          <p:cNvPr id="666" name="Google Shape;666;p64"/>
          <p:cNvGrpSpPr/>
          <p:nvPr/>
        </p:nvGrpSpPr>
        <p:grpSpPr>
          <a:xfrm>
            <a:off x="3497950" y="1684600"/>
            <a:ext cx="2175250" cy="114325"/>
            <a:chOff x="5750575" y="3106700"/>
            <a:chExt cx="2175250" cy="114325"/>
          </a:xfrm>
        </p:grpSpPr>
        <p:sp>
          <p:nvSpPr>
            <p:cNvPr id="667" name="Google Shape;667;p64"/>
            <p:cNvSpPr/>
            <p:nvPr/>
          </p:nvSpPr>
          <p:spPr>
            <a:xfrm>
              <a:off x="5750575" y="3106725"/>
              <a:ext cx="200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 name="Google Shape;668;p64"/>
            <p:cNvSpPr/>
            <p:nvPr/>
          </p:nvSpPr>
          <p:spPr>
            <a:xfrm>
              <a:off x="7814825" y="3106700"/>
              <a:ext cx="111000" cy="114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2" name="Image 3">
            <a:extLst>
              <a:ext uri="{FF2B5EF4-FFF2-40B4-BE49-F238E27FC236}">
                <a16:creationId xmlns:a16="http://schemas.microsoft.com/office/drawing/2014/main" id="{A7D85724-05CC-5177-3D6E-38C4362B7CB8}"/>
              </a:ext>
            </a:extLst>
          </p:cNvPr>
          <p:cNvPicPr>
            <a:picLocks noChangeAspect="1"/>
          </p:cNvPicPr>
          <p:nvPr/>
        </p:nvPicPr>
        <p:blipFill>
          <a:blip r:embed="rId3" cstate="print">
            <a:extLst>
              <a:ext uri="{BEBA8EAE-BF5A-486C-A8C5-ECC9F3942E4B}">
                <a14:imgProps xmlns:a14="http://schemas.microsoft.com/office/drawing/2010/main">
                  <a14:imgLayer r:embed="rId4">
                    <a14:imgEffect>
                      <a14:backgroundRemoval t="5157" b="94619" l="7383" r="93289">
                        <a14:foregroundMark x1="42506" y1="47085" x2="41834" y2="46413"/>
                        <a14:foregroundMark x1="34452" y1="14798" x2="24609" y2="58296"/>
                        <a14:foregroundMark x1="24609" y1="58296" x2="47875" y2="90359"/>
                        <a14:foregroundMark x1="47875" y1="90359" x2="87919" y2="81839"/>
                        <a14:foregroundMark x1="87919" y1="81839" x2="82774" y2="39910"/>
                        <a14:foregroundMark x1="65896" y1="7749" x2="64653" y2="5381"/>
                        <a14:foregroundMark x1="82774" y1="39910" x2="71569" y2="18559"/>
                        <a14:foregroundMark x1="64653" y1="5381" x2="21587" y2="13172"/>
                        <a14:foregroundMark x1="9398" y1="44139" x2="7383" y2="50673"/>
                        <a14:foregroundMark x1="17943" y1="16431" x2="13336" y2="31368"/>
                        <a14:foregroundMark x1="7383" y1="50673" x2="7383" y2="51121"/>
                        <a14:foregroundMark x1="65128" y1="5192" x2="67338" y2="5157"/>
                        <a14:foregroundMark x1="38702" y1="5605" x2="64873" y2="5196"/>
                        <a14:foregroundMark x1="58166" y1="14798" x2="51902" y2="43274"/>
                        <a14:foregroundMark x1="55034" y1="19731" x2="49217" y2="41704"/>
                        <a14:foregroundMark x1="53691" y1="16143" x2="38479" y2="52691"/>
                        <a14:foregroundMark x1="38479" y1="52691" x2="47651" y2="53812"/>
                        <a14:foregroundMark x1="60403" y1="54484" x2="52573" y2="52242"/>
                        <a14:foregroundMark x1="48098" y1="51121" x2="38926" y2="61435"/>
                        <a14:foregroundMark x1="42729" y1="53587" x2="31767" y2="55381"/>
                        <a14:foregroundMark x1="46980" y1="64350" x2="49441" y2="65022"/>
                        <a14:foregroundMark x1="38926" y1="65471" x2="47651" y2="67713"/>
                        <a14:foregroundMark x1="47651" y1="67713" x2="47651" y2="67713"/>
                        <a14:foregroundMark x1="41387" y1="66592" x2="59508" y2="62108"/>
                        <a14:foregroundMark x1="67338" y1="55830" x2="55928" y2="67937"/>
                        <a14:foregroundMark x1="65996" y1="52466" x2="59060" y2="59641"/>
                        <a14:foregroundMark x1="62640" y1="41256" x2="68009" y2="60762"/>
                        <a14:foregroundMark x1="70022" y1="51794" x2="69575" y2="60314"/>
                        <a14:foregroundMark x1="66890" y1="32511" x2="60626" y2="43498"/>
                        <a14:foregroundMark x1="52796" y1="29596" x2="61074" y2="43274"/>
                        <a14:foregroundMark x1="27293" y1="37444" x2="24832" y2="47982"/>
                        <a14:foregroundMark x1="21477" y1="34753" x2="25503" y2="51570"/>
                        <a14:foregroundMark x1="20805" y1="47982" x2="23490" y2="51570"/>
                        <a14:foregroundMark x1="30872" y1="34305" x2="29978" y2="54933"/>
                        <a14:foregroundMark x1="39374" y1="33184" x2="37136" y2="47982"/>
                        <a14:foregroundMark x1="39597" y1="25785" x2="39597" y2="25785"/>
                        <a14:foregroundMark x1="43848" y1="25785" x2="46756" y2="25785"/>
                        <a14:foregroundMark x1="67785" y1="22646" x2="67785" y2="22646"/>
                        <a14:foregroundMark x1="65996" y1="22197" x2="65996" y2="22197"/>
                        <a14:foregroundMark x1="65548" y1="20179" x2="65548" y2="20179"/>
                        <a14:foregroundMark x1="65324" y1="19283" x2="65324" y2="19283"/>
                        <a14:foregroundMark x1="77405" y1="27354" x2="77405" y2="27354"/>
                        <a14:foregroundMark x1="79195" y1="28475" x2="79195" y2="28475"/>
                        <a14:foregroundMark x1="72707" y1="34753" x2="74273" y2="38117"/>
                        <a14:foregroundMark x1="76286" y1="38565" x2="76957" y2="39013"/>
                        <a14:foregroundMark x1="72036" y1="45964" x2="72036" y2="45964"/>
                        <a14:foregroundMark x1="71588" y1="47309" x2="71588" y2="47309"/>
                        <a14:foregroundMark x1="76957" y1="47085" x2="76957" y2="47085"/>
                        <a14:foregroundMark x1="66219" y1="46188" x2="66219" y2="46188"/>
                        <a14:foregroundMark x1="71365" y1="40807" x2="75839" y2="45516"/>
                        <a14:foregroundMark x1="30201" y1="92377" x2="37136" y2="94619"/>
                        <a14:foregroundMark x1="60850" y1="27578" x2="62640" y2="30269"/>
                        <a14:foregroundMark x1="67114" y1="39686" x2="68680" y2="42825"/>
                        <a14:foregroundMark x1="87919" y1="55605" x2="90157" y2="54709"/>
                        <a14:foregroundMark x1="90604" y1="60090" x2="93289" y2="78027"/>
                        <a14:backgroundMark x1="9843" y1="34753" x2="9843" y2="34753"/>
                        <a14:backgroundMark x1="9172" y1="30045" x2="11186" y2="39686"/>
                        <a14:backgroundMark x1="9620" y1="39910" x2="12528" y2="41704"/>
                        <a14:backgroundMark x1="2685" y1="43946" x2="3132" y2="48879"/>
                        <a14:backgroundMark x1="4027" y1="43946" x2="2685" y2="49103"/>
                        <a14:backgroundMark x1="20134" y1="13229" x2="20134" y2="13229"/>
                        <a14:backgroundMark x1="17450" y1="12556" x2="20358" y2="13453"/>
                        <a14:backgroundMark x1="14989" y1="12332" x2="21700" y2="13004"/>
                        <a14:backgroundMark x1="64877" y1="11883" x2="68680" y2="13229"/>
                        <a14:backgroundMark x1="68456" y1="13677" x2="72707" y2="16592"/>
                        <a14:backgroundMark x1="69351" y1="15022" x2="72707" y2="17489"/>
                        <a14:backgroundMark x1="68009" y1="14350" x2="72483" y2="15247"/>
                        <a14:backgroundMark x1="66443" y1="10090" x2="67785" y2="8744"/>
                        <a14:backgroundMark x1="66219" y1="8520" x2="66219" y2="8520"/>
                        <a14:backgroundMark x1="66219" y1="8520" x2="66890" y2="8969"/>
                        <a14:backgroundMark x1="65548" y1="9417" x2="68233" y2="8744"/>
                        <a14:backgroundMark x1="65548" y1="8296" x2="67114" y2="8296"/>
                        <a14:backgroundMark x1="66443" y1="8296" x2="65996" y2="7848"/>
                        <a14:backgroundMark x1="97315" y1="70179" x2="97092" y2="75336"/>
                        <a14:backgroundMark x1="95749" y1="73991" x2="96868" y2="76457"/>
                        <a14:backgroundMark x1="50783" y1="98655" x2="54139" y2="98655"/>
                        <a14:backgroundMark x1="59060" y1="99103" x2="52349" y2="96861"/>
                        <a14:backgroundMark x1="57718" y1="98206" x2="59955" y2="99327"/>
                        <a14:backgroundMark x1="55481" y1="98430" x2="58837" y2="98206"/>
                        <a14:backgroundMark x1="55257" y1="97758" x2="57718" y2="97758"/>
                        <a14:backgroundMark x1="95078" y1="58520" x2="95302" y2="60090"/>
                      </a14:backgroundRemoval>
                    </a14:imgEffect>
                  </a14:imgLayer>
                </a14:imgProps>
              </a:ext>
              <a:ext uri="{28A0092B-C50C-407E-A947-70E740481C1C}">
                <a14:useLocalDpi xmlns:a14="http://schemas.microsoft.com/office/drawing/2010/main" val="0"/>
              </a:ext>
            </a:extLst>
          </a:blip>
          <a:stretch>
            <a:fillRect/>
          </a:stretch>
        </p:blipFill>
        <p:spPr>
          <a:xfrm>
            <a:off x="120854" y="0"/>
            <a:ext cx="1029074" cy="1026772"/>
          </a:xfrm>
          <a:prstGeom prst="rect">
            <a:avLst/>
          </a:prstGeom>
        </p:spPr>
      </p:pic>
    </p:spTree>
  </p:cSld>
  <p:clrMapOvr>
    <a:masterClrMapping/>
  </p:clrMapOvr>
</p:sld>
</file>

<file path=ppt/theme/theme1.xml><?xml version="1.0" encoding="utf-8"?>
<a:theme xmlns:a="http://schemas.openxmlformats.org/drawingml/2006/main" name="Hackathon Project Proposal by Slidesgo">
  <a:themeElements>
    <a:clrScheme name="Simple Light">
      <a:dk1>
        <a:srgbClr val="FFFFFF"/>
      </a:dk1>
      <a:lt1>
        <a:srgbClr val="EB008B"/>
      </a:lt1>
      <a:dk2>
        <a:srgbClr val="1F1A6B"/>
      </a:dk2>
      <a:lt2>
        <a:srgbClr val="00ADEE"/>
      </a:lt2>
      <a:accent1>
        <a:srgbClr val="FFFFFF"/>
      </a:accent1>
      <a:accent2>
        <a:srgbClr val="FFFFFF"/>
      </a:accent2>
      <a:accent3>
        <a:srgbClr val="FFFFFF"/>
      </a:accent3>
      <a:accent4>
        <a:srgbClr val="FFFFFF"/>
      </a:accent4>
      <a:accent5>
        <a:srgbClr val="FFFFFF"/>
      </a:accent5>
      <a:accent6>
        <a:srgbClr val="FFFFFF"/>
      </a:accent6>
      <a:hlink>
        <a:srgbClr val="FFFFFF"/>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lidesgo Final Pages">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869FB2"/>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43</TotalTime>
  <Words>1397</Words>
  <Application>Microsoft Office PowerPoint</Application>
  <PresentationFormat>Affichage à l'écran (16:9)</PresentationFormat>
  <Paragraphs>114</Paragraphs>
  <Slides>27</Slides>
  <Notes>9</Notes>
  <HiddenSlides>0</HiddenSlides>
  <MMClips>0</MMClips>
  <ScaleCrop>false</ScaleCrop>
  <HeadingPairs>
    <vt:vector size="6" baseType="variant">
      <vt:variant>
        <vt:lpstr>Polices utilisées</vt:lpstr>
      </vt:variant>
      <vt:variant>
        <vt:i4>9</vt:i4>
      </vt:variant>
      <vt:variant>
        <vt:lpstr>Thème</vt:lpstr>
      </vt:variant>
      <vt:variant>
        <vt:i4>2</vt:i4>
      </vt:variant>
      <vt:variant>
        <vt:lpstr>Titres des diapositives</vt:lpstr>
      </vt:variant>
      <vt:variant>
        <vt:i4>27</vt:i4>
      </vt:variant>
    </vt:vector>
  </HeadingPairs>
  <TitlesOfParts>
    <vt:vector size="38" baseType="lpstr">
      <vt:lpstr>Arial</vt:lpstr>
      <vt:lpstr>Proxima Nova Semibold</vt:lpstr>
      <vt:lpstr>Work Sans</vt:lpstr>
      <vt:lpstr>Lato</vt:lpstr>
      <vt:lpstr>Work Sans Light</vt:lpstr>
      <vt:lpstr>Proxima Nova</vt:lpstr>
      <vt:lpstr>Staatliches</vt:lpstr>
      <vt:lpstr>Anton</vt:lpstr>
      <vt:lpstr>Roboto</vt:lpstr>
      <vt:lpstr>Hackathon Project Proposal by Slidesgo</vt:lpstr>
      <vt:lpstr>Slidesgo Final Pages</vt:lpstr>
      <vt:lpstr>Hackathon MorpionIA</vt:lpstr>
      <vt:lpstr>Table of matières</vt:lpstr>
      <vt:lpstr>CONTEXTE</vt:lpstr>
      <vt:lpstr>Notre Mission</vt:lpstr>
      <vt:lpstr>DATASET</vt:lpstr>
      <vt:lpstr>Génération du Dataset</vt:lpstr>
      <vt:lpstr>EDA</vt:lpstr>
      <vt:lpstr>Résultats EDA</vt:lpstr>
      <vt:lpstr>MODÈLES ML</vt:lpstr>
      <vt:lpstr>Résultats Baseline</vt:lpstr>
      <vt:lpstr>Comparaison des Modèles</vt:lpstr>
      <vt:lpstr>INTERFACE</vt:lpstr>
      <vt:lpstr>Interface Jouable — 3 Modes</vt:lpstr>
      <vt:lpstr>Q&amp;A &amp; ÉQUIPE</vt:lpstr>
      <vt:lpstr>Réponses Q1</vt:lpstr>
      <vt:lpstr>Réponses Q1</vt:lpstr>
      <vt:lpstr>Réponses Q3</vt:lpstr>
      <vt:lpstr>Réponses Q4</vt:lpstr>
      <vt:lpstr>VOLAMAMY Brainda — N°11</vt:lpstr>
      <vt:lpstr>ELIAZAFY Jean Elido Clever — N°19</vt:lpstr>
      <vt:lpstr>BEDAITTE Arimine — N°45</vt:lpstr>
      <vt:lpstr>RAKOTONANDRASANA Jean Nathanaël — N°40</vt:lpstr>
      <vt:lpstr>MBOLAMANA Mora Giovanni — N°46</vt:lpstr>
      <vt:lpstr>ANDRIAKOLONIAINA Mevasoa — N°51</vt:lpstr>
      <vt:lpstr>LEZO Honoricia Muguette — N°59</vt:lpstr>
      <vt:lpstr>Liens &amp; Ressources</vt:lpstr>
      <vt:lpstr>Thanks!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Nathanos Aomine</cp:lastModifiedBy>
  <cp:revision>17</cp:revision>
  <dcterms:modified xsi:type="dcterms:W3CDTF">2026-03-31T14:35:16Z</dcterms:modified>
</cp:coreProperties>
</file>